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6be4ed4323941a1" Type="http://schemas.openxmlformats.org/officeDocument/2006/relationships/extended-properties" Target="docProps/app.xml"/><Relationship Id="R729c0b53e48e48a6" Type="http://schemas.openxmlformats.org/officeDocument/2006/relationships/officeDocument" Target="ppt/presentation.xml"/><Relationship Id="Ra1b6e332fd564f2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5a108b78c43e6"/>
  </p:sldMasterIdLst>
  <p:notesMasterIdLst>
    <p:notesMasterId xmlns:r="http://schemas.openxmlformats.org/officeDocument/2006/relationships" r:id="R07a03f4a77f74939"/>
  </p:notesMasterIdLst>
  <p:sldIdLst>
    <p:sldId xmlns:r="http://schemas.openxmlformats.org/officeDocument/2006/relationships" id="256" r:id="Rd726a24c48524bfc"/>
  </p:sldIdLst>
  <p:sldSz cx="12191999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7a03f4a77f74939" Type="http://schemas.openxmlformats.org/officeDocument/2006/relationships/notesMaster" Target="notesMasters/notesMaster1.xml"/><Relationship Id="R2893c914bcbb4e37" Type="http://schemas.openxmlformats.org/officeDocument/2006/relationships/presProps" Target="presProps.xml"/><Relationship Id="R3ae5a108b78c43e6" Type="http://schemas.openxmlformats.org/officeDocument/2006/relationships/slideMaster" Target="slideMasters/slideMaster1.xml"/><Relationship Id="R62f04180c1dc458a" Type="http://schemas.openxmlformats.org/officeDocument/2006/relationships/theme" Target="theme/theme1.xml"/><Relationship Id="R62fda36fae3b4bf9" Type="http://schemas.openxmlformats.org/officeDocument/2006/relationships/viewProps" Target="viewProps.xml"/><Relationship Id="Rbe5552ceb7734113" Type="http://schemas.openxmlformats.org/officeDocument/2006/relationships/tableStyles" Target="tableStyles.xml"/><Relationship Id="Rd726a24c48524bfc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9a13a626069d403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aff27cfd3e04268" Type="http://schemas.openxmlformats.org/officeDocument/2006/relationships/notesMaster" Target="../notesMasters/notesMaster1.xml"/><Relationship Id="R82513bea62574a3b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ab50703b25f495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8fd4eeae3614c1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4017276db3ce4d7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992c2e5a065e475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1dd98a290f454d9b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eab3bb546c7419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49b0bc16f7094ba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5ebbb8b60053440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4fa2b6ad4c9c4978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cf9ec2354754fa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d5b3e05e5377467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E06A2F-D0F8-44E0-8E5A-25EE49EB46A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92D66C8-69E1-4FD9-9206-D22BD2F8FD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7B7B95-5447-4601-8554-CDFDCEB6BE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A02C70-B215-4501-B67A-FB6F65710E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F72C0F-42F0-4134-8681-8D68D9374C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3D3959-510B-4F53-8B5A-AE03CF255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B35EFA-7E53-48BB-AFCA-B7EB0396D2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78B0C5-F085-436F-985C-F1BD77E5AA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065132-4A4C-4B1C-9311-0005ED101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B7943E-8C94-44D7-9E55-8CAF7D92E1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68A791-E911-485E-B0DA-F2105C876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4D4730-B1B9-43A3-8F3E-389BBFC1A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CE1041-53A8-484C-A780-F1F0125BB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A81C3C-DD34-470F-8B13-5241AE43FA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65EE7-F57F-4B5C-9E05-0EBF52840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4F1056-B46A-4DEE-BEE6-1EABA9CB2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DFBD-EF4A-41C8-94FF-1BE86EF24D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B9E58CE-6E6B-41B3-9DC3-B9008712EF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42F9F4C-3DE0-45BB-9096-83464EE9E1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1CD86E-9219-44D9-9912-FCEA00C83D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D5338B-6039-4B03-AB8D-36C051B8C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F3E4E0-CAF4-425F-83E6-B998AB322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849208-9619-4C4B-A46B-4501809DF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0B2271-024F-4807-A6E0-C74080B108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6A7F2F1-7B2F-4F23-991E-FFBDA4387D5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EBD86B6-4CE6-46E5-9540-50AE0099D20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E34892A-CAD5-42AF-9477-A0295BD699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E051880-4823-4B89-A367-FEE4EACCFF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C567B4C-EF60-463F-AB82-7BE13AE8B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DF8A7B-354A-40C4-973F-483B160EF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ADE598-9899-49E9-8066-C74C5ADA9A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28416E8-4C20-4C9B-A5A0-EF05E65777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384F06-1470-48C6-B09D-6668FF78FF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92DC160-C199-4BCC-901B-9B5A1944D8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E8F67B1-5203-43F7-BAB5-C82467257C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D9B4C1D-7EFD-418B-902A-37641878AD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4FBD8A-F4F8-4DFA-B7A0-97BB83995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2201B4-EFDC-497B-BD37-4FF87C4534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2F5F8B-DCF2-4E62-A100-071295D2E1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6068B5-1635-46E3-BF2B-414C89E057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9D94E-A176-4AAA-BBDF-CA34D8621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049E68-2495-48AE-B30B-036A6C3ADA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C901A3-C063-4F38-A855-BE0AB9FD2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27B69B5-2610-4A49-9E82-43E29ED8D06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7511D7-0A61-40AB-A9C7-DB9AE6A732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AAEDC6-0347-4CB3-9B93-31FEF5453C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4798B7-D47C-4F29-9A7C-80C8FF69FA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82A71B-77A3-43E7-B103-C403C128D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82C5AB-67A0-4BCB-9EC0-85DA804B1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C43478-D663-49FD-B5BF-78C3FFE960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EAB8DF-F7EE-4312-BA38-0748D1F13A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FF4418-C7A8-40E7-B2BC-134D9E91C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36FD10-5908-472C-9D1C-D677FD633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C2007F7-B6E0-4310-9B9F-B4D4988F7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4B5EF6-742B-479D-B32E-F315FF61D4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CAC779-EF4A-480B-BDBB-46DF92CFA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310C3A-6998-41B8-B679-FFE4DFD32A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05561C-BFE3-42F2-B184-4FDC325FB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d7f13191d99456b" Type="http://schemas.openxmlformats.org/officeDocument/2006/relationships/slideLayout" Target="../slideLayouts/slideLayout9.xml"/><Relationship Id="R2e921d1d13284774" Type="http://schemas.openxmlformats.org/officeDocument/2006/relationships/slideLayout" Target="../slideLayouts/slideLayout6.xml"/><Relationship Id="R426a6af67631494a" Type="http://schemas.openxmlformats.org/officeDocument/2006/relationships/slideLayout" Target="../slideLayouts/slideLayout11.xml"/><Relationship Id="R685318027eff4734" Type="http://schemas.openxmlformats.org/officeDocument/2006/relationships/slideLayout" Target="../slideLayouts/slideLayout8.xml"/><Relationship Id="R6d5b28239196447c" Type="http://schemas.openxmlformats.org/officeDocument/2006/relationships/slideLayout" Target="../slideLayouts/slideLayout3.xml"/><Relationship Id="R7185556a21254de7" Type="http://schemas.openxmlformats.org/officeDocument/2006/relationships/slideLayout" Target="../slideLayouts/slideLayout10.xml"/><Relationship Id="R824bd93f39484461" Type="http://schemas.openxmlformats.org/officeDocument/2006/relationships/slideLayout" Target="../slideLayouts/slideLayout7.xml"/><Relationship Id="R90ca7c9541b44be9" Type="http://schemas.openxmlformats.org/officeDocument/2006/relationships/slideLayout" Target="../slideLayouts/slideLayout1.xml"/><Relationship Id="Rbbbfff2fbf0c4b96" Type="http://schemas.openxmlformats.org/officeDocument/2006/relationships/slideLayout" Target="../slideLayouts/slideLayout4.xml"/><Relationship Id="Rc3873c34e513438a" Type="http://schemas.openxmlformats.org/officeDocument/2006/relationships/theme" Target="theme/theme2.xml"/><Relationship Id="Rce0c09e8b73a4f51" Type="http://schemas.openxmlformats.org/officeDocument/2006/relationships/slideLayout" Target="../slideLayouts/slideLayout2.xml"/><Relationship Id="Re889a6571b3e41c8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F213E88-4F19-4615-9EDD-08BC6AB3B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762864-FCFE-417D-99E3-E53E4328D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D5959B-F0C8-43AC-8341-FD6D799B779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29C36-DCF8-4071-9746-885F84A55D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05E9A8-523B-4CE7-BDFC-3098303F63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ca7c9541b44be9"/>
    <p:sldLayoutId xmlns:r="http://schemas.openxmlformats.org/officeDocument/2006/relationships" id="2147483650" r:id="Rce0c09e8b73a4f51"/>
    <p:sldLayoutId xmlns:r="http://schemas.openxmlformats.org/officeDocument/2006/relationships" id="2147483651" r:id="R6d5b28239196447c"/>
    <p:sldLayoutId xmlns:r="http://schemas.openxmlformats.org/officeDocument/2006/relationships" id="2147483652" r:id="Rbbbfff2fbf0c4b96"/>
    <p:sldLayoutId xmlns:r="http://schemas.openxmlformats.org/officeDocument/2006/relationships" id="2147483653" r:id="Re889a6571b3e41c8"/>
    <p:sldLayoutId xmlns:r="http://schemas.openxmlformats.org/officeDocument/2006/relationships" id="2147483654" r:id="R2e921d1d13284774"/>
    <p:sldLayoutId xmlns:r="http://schemas.openxmlformats.org/officeDocument/2006/relationships" id="2147483655" r:id="R824bd93f39484461"/>
    <p:sldLayoutId xmlns:r="http://schemas.openxmlformats.org/officeDocument/2006/relationships" id="2147483656" r:id="R685318027eff4734"/>
    <p:sldLayoutId xmlns:r="http://schemas.openxmlformats.org/officeDocument/2006/relationships" id="2147483657" r:id="R2d7f13191d99456b"/>
    <p:sldLayoutId xmlns:r="http://schemas.openxmlformats.org/officeDocument/2006/relationships" id="2147483658" r:id="R7185556a21254de7"/>
    <p:sldLayoutId xmlns:r="http://schemas.openxmlformats.org/officeDocument/2006/relationships" id="2147483659" r:id="R426a6af67631494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fae8c27284c4ddc" Type="http://schemas.openxmlformats.org/officeDocument/2006/relationships/notesSlide" Target="../notesSlides/notesSlide1.xml"/><Relationship Id="R6504527db99149fa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A4521B7F-A6AC-4BDD-8845-D487B9E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801679"/>
            <a:ext cx="3675099" cy="4722618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88405A7-080E-4280-A74D-148C2AE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09" y="801679"/>
            <a:ext cx="3099042" cy="2859777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13B7DF6-B657-4BFE-B89F-3EA174D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80" y="801679"/>
            <a:ext cx="2136516" cy="4722618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A80C2FB-D50D-4B4E-A6CE-5E0B4AF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01" y="801679"/>
            <a:ext cx="2282353" cy="4722618"/>
          </a:xfrm>
          <a:prstGeom xmlns:a="http://schemas.openxmlformats.org/drawingml/2006/main" prst="roundRect">
            <a:avLst>
              <a:gd name="adj" fmla="val 25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826">
            <a:solidFill>
              <a:srgbClr val="8888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DC7EE5-7547-44C9-9AA5-2AC560F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429991"/>
            <a:ext cx="3682391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108196-913D-4E7D-B08E-E9337A8F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765239"/>
            <a:ext cx="3682391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638C18C-0764-4832-A737-854116CB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1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182F182-7EE6-4015-95E6-FD3E3637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96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1C0819-58E5-4FFF-A836-E4E50D4F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72" y="451855"/>
            <a:ext cx="2916745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EEG Input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B82B31-5060-4D1C-B289-934B787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09" y="429991"/>
            <a:ext cx="3099042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A5C530-7801-4FFF-B1DE-E28CFC3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09" y="765239"/>
            <a:ext cx="3099042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3F1ED30-2D65-4A47-B0D6-4EF74C4B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525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34A1BD-B699-4B20-AD0F-111002A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60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913AD6-AB2D-46BB-89B2-A53ED33B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544" y="451855"/>
            <a:ext cx="2333396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Features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0F5187A-6E0B-49BE-A311-D14D0ADD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88" y="429991"/>
            <a:ext cx="2151099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48106F-761E-4269-B72F-48858B1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88" y="765239"/>
            <a:ext cx="2151099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C6DDDA9-6863-4CAF-AB8F-5BEDD3D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821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88C552-F3B3-4801-90EF-7FF52475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156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EFC787-31FE-46DB-A7F1-F1C67B4D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423" y="451855"/>
            <a:ext cx="1385454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Consensus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0074B04-BA0E-46AA-ABA4-0036DE42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01" y="429991"/>
            <a:ext cx="2282353" cy="444567"/>
          </a:xfrm>
          <a:prstGeom xmlns:a="http://schemas.openxmlformats.org/drawingml/2006/main" prst="roundRect">
            <a:avLst>
              <a:gd name="adj" fmla="val 13114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9EC9EAF-FA00-4D55-ACC2-71606FD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01" y="765239"/>
            <a:ext cx="2282353" cy="109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38D7DF91-2115-4FD8-BB81-1DFF9D5C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42" y="371687"/>
            <a:ext cx="510430" cy="510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349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C179DD6-858C-424D-AB95-F5300944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677" y="429991"/>
            <a:ext cx="393760" cy="3520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1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0217D11-A4D0-499D-87BE-4AB5732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236" y="451855"/>
            <a:ext cx="1516707" cy="310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3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Evaluation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46EBC0C-5976-493E-861D-FC4BC10A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1056758"/>
            <a:ext cx="1392746" cy="2263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6-channel EEG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D18EB96-B74D-4934-81C2-603C25E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14" y="1078622"/>
            <a:ext cx="751062" cy="192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4-s epoch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29411EE5-0047-4EE2-BB1E-46DC8FEF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884" y="1333702"/>
            <a:ext cx="495847" cy="0"/>
          </a:xfrm>
          <a:prstGeom xmlns:a="http://schemas.openxmlformats.org/drawingml/2006/main" prst="line">
            <a:avLst/>
          </a:prstGeom>
          <a:ln xmlns:a="http://schemas.openxmlformats.org/drawingml/2006/main" w="18161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1B47C465-5E00-4961-9A02-C91F60C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837549" y="1333702"/>
            <a:ext cx="102086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92341DE-0660-43A9-95B0-B4E64235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1302364"/>
            <a:ext cx="72919" cy="62676"/>
          </a:xfrm>
          <a:custGeom xmlns:a="http://schemas.openxmlformats.org/drawingml/2006/main">
            <a:rect l="l" t="t" r="r" b="b"/>
            <a:pathLst>
              <a:path w="72919" h="62676">
                <a:moveTo>
                  <a:pt x="0" y="31338"/>
                </a:moveTo>
                <a:lnTo>
                  <a:pt x="72919" y="62676"/>
                </a:lnTo>
                <a:lnTo>
                  <a:pt x="72919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72C4C9C-1649-4CAE-8A2A-EA38A3B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688" y="1333702"/>
            <a:ext cx="109378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E535498-AD79-43D5-BA3E-31A8D12C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147" y="1302364"/>
            <a:ext cx="72919" cy="62676"/>
          </a:xfrm>
          <a:custGeom xmlns:a="http://schemas.openxmlformats.org/drawingml/2006/main">
            <a:rect l="l" t="t" r="r" b="b"/>
            <a:pathLst>
              <a:path w="72919" h="62676">
                <a:moveTo>
                  <a:pt x="72919" y="31338"/>
                </a:moveTo>
                <a:lnTo>
                  <a:pt x="0" y="0"/>
                </a:lnTo>
                <a:lnTo>
                  <a:pt x="0" y="62676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C79E44D-C4B4-48B8-8532-C8A894D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1450310"/>
            <a:ext cx="612516" cy="2412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86DB96C6-A41D-4E2B-9BD6-22E1102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84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6056E6CD-86C3-4518-BAC5-9C5DC79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08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D3B2765A-E749-4F29-B7A3-C707A23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6B86ED02-1D73-4706-AEF5-ABAAA35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6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284AF9AD-68AD-4ECB-A85F-AC466EE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91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D780676B-AAFA-4F4D-ABB9-30FFF92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013" y="1464886"/>
            <a:ext cx="0" cy="2390461"/>
          </a:xfrm>
          <a:prstGeom xmlns:a="http://schemas.openxmlformats.org/drawingml/2006/main" prst="line">
            <a:avLst/>
          </a:prstGeom>
          <a:ln xmlns:a="http://schemas.openxmlformats.org/drawingml/2006/main" w="10477">
            <a:solidFill>
              <a:srgbClr val="777777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4032CCC-B5D5-4561-842E-82201FD3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1654374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1</a:t>
            </a:r>
          </a:p>
        </p:txBody>
      </p:sp>
      <p:sp>
        <p:nvSpPr>
          <p:cNvPr id="41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1B35D89-E858-43FC-A736-DDD24088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1660147"/>
            <a:ext cx="3033416" cy="182516"/>
          </a:xfrm>
          <a:custGeom xmlns:a="http://schemas.openxmlformats.org/drawingml/2006/main">
            <a:rect l="l" t="t" r="r" b="b"/>
            <a:pathLst>
              <a:path w="3033416" h="182516">
                <a:moveTo>
                  <a:pt x="0" y="106271"/>
                </a:moveTo>
                <a:lnTo>
                  <a:pt x="7328" y="110780"/>
                </a:lnTo>
                <a:lnTo>
                  <a:pt x="14655" y="128936"/>
                </a:lnTo>
                <a:lnTo>
                  <a:pt x="21982" y="109924"/>
                </a:lnTo>
                <a:lnTo>
                  <a:pt x="29309" y="88240"/>
                </a:lnTo>
                <a:lnTo>
                  <a:pt x="36636" y="93639"/>
                </a:lnTo>
                <a:lnTo>
                  <a:pt x="43963" y="71142"/>
                </a:lnTo>
                <a:lnTo>
                  <a:pt x="51290" y="86979"/>
                </a:lnTo>
                <a:lnTo>
                  <a:pt x="58617" y="113422"/>
                </a:lnTo>
                <a:lnTo>
                  <a:pt x="65944" y="115739"/>
                </a:lnTo>
                <a:lnTo>
                  <a:pt x="73271" y="89616"/>
                </a:lnTo>
                <a:lnTo>
                  <a:pt x="80598" y="114417"/>
                </a:lnTo>
                <a:lnTo>
                  <a:pt x="87926" y="96178"/>
                </a:lnTo>
                <a:lnTo>
                  <a:pt x="95253" y="82566"/>
                </a:lnTo>
                <a:lnTo>
                  <a:pt x="102580" y="60712"/>
                </a:lnTo>
                <a:lnTo>
                  <a:pt x="109907" y="64522"/>
                </a:lnTo>
                <a:lnTo>
                  <a:pt x="117234" y="79771"/>
                </a:lnTo>
                <a:lnTo>
                  <a:pt x="124561" y="84201"/>
                </a:lnTo>
                <a:lnTo>
                  <a:pt x="131888" y="60117"/>
                </a:lnTo>
                <a:lnTo>
                  <a:pt x="139215" y="84783"/>
                </a:lnTo>
                <a:lnTo>
                  <a:pt x="146542" y="58102"/>
                </a:lnTo>
                <a:lnTo>
                  <a:pt x="153869" y="83095"/>
                </a:lnTo>
                <a:lnTo>
                  <a:pt x="161196" y="70603"/>
                </a:lnTo>
                <a:lnTo>
                  <a:pt x="168523" y="91231"/>
                </a:lnTo>
                <a:lnTo>
                  <a:pt x="175851" y="98370"/>
                </a:lnTo>
                <a:lnTo>
                  <a:pt x="183178" y="83180"/>
                </a:lnTo>
                <a:lnTo>
                  <a:pt x="190505" y="92031"/>
                </a:lnTo>
                <a:lnTo>
                  <a:pt x="197832" y="68826"/>
                </a:lnTo>
                <a:lnTo>
                  <a:pt x="205159" y="56039"/>
                </a:lnTo>
                <a:lnTo>
                  <a:pt x="212486" y="71759"/>
                </a:lnTo>
                <a:lnTo>
                  <a:pt x="219813" y="96231"/>
                </a:lnTo>
                <a:lnTo>
                  <a:pt x="227140" y="100537"/>
                </a:lnTo>
                <a:lnTo>
                  <a:pt x="234467" y="82111"/>
                </a:lnTo>
                <a:lnTo>
                  <a:pt x="241794" y="90963"/>
                </a:lnTo>
                <a:lnTo>
                  <a:pt x="249121" y="103630"/>
                </a:lnTo>
                <a:lnTo>
                  <a:pt x="256449" y="97236"/>
                </a:lnTo>
                <a:lnTo>
                  <a:pt x="263776" y="113627"/>
                </a:lnTo>
                <a:lnTo>
                  <a:pt x="271103" y="86627"/>
                </a:lnTo>
                <a:lnTo>
                  <a:pt x="278430" y="80752"/>
                </a:lnTo>
                <a:lnTo>
                  <a:pt x="285757" y="113917"/>
                </a:lnTo>
                <a:lnTo>
                  <a:pt x="293084" y="104882"/>
                </a:lnTo>
                <a:lnTo>
                  <a:pt x="300411" y="99227"/>
                </a:lnTo>
                <a:lnTo>
                  <a:pt x="307738" y="81475"/>
                </a:lnTo>
                <a:lnTo>
                  <a:pt x="315065" y="68618"/>
                </a:lnTo>
                <a:lnTo>
                  <a:pt x="322392" y="95743"/>
                </a:lnTo>
                <a:lnTo>
                  <a:pt x="329719" y="83010"/>
                </a:lnTo>
                <a:lnTo>
                  <a:pt x="337047" y="123437"/>
                </a:lnTo>
                <a:lnTo>
                  <a:pt x="344374" y="114872"/>
                </a:lnTo>
                <a:lnTo>
                  <a:pt x="351701" y="112479"/>
                </a:lnTo>
                <a:lnTo>
                  <a:pt x="359028" y="99471"/>
                </a:lnTo>
                <a:lnTo>
                  <a:pt x="366355" y="91921"/>
                </a:lnTo>
                <a:lnTo>
                  <a:pt x="373682" y="65905"/>
                </a:lnTo>
                <a:lnTo>
                  <a:pt x="381009" y="98045"/>
                </a:lnTo>
                <a:lnTo>
                  <a:pt x="388336" y="81046"/>
                </a:lnTo>
                <a:lnTo>
                  <a:pt x="395663" y="72606"/>
                </a:lnTo>
                <a:lnTo>
                  <a:pt x="402990" y="69621"/>
                </a:lnTo>
                <a:lnTo>
                  <a:pt x="410317" y="103307"/>
                </a:lnTo>
                <a:lnTo>
                  <a:pt x="417645" y="83731"/>
                </a:lnTo>
                <a:lnTo>
                  <a:pt x="424972" y="79986"/>
                </a:lnTo>
                <a:lnTo>
                  <a:pt x="432299" y="88422"/>
                </a:lnTo>
                <a:lnTo>
                  <a:pt x="439626" y="67057"/>
                </a:lnTo>
                <a:lnTo>
                  <a:pt x="446953" y="65236"/>
                </a:lnTo>
                <a:lnTo>
                  <a:pt x="454280" y="78684"/>
                </a:lnTo>
                <a:lnTo>
                  <a:pt x="461607" y="62228"/>
                </a:lnTo>
                <a:lnTo>
                  <a:pt x="468934" y="67338"/>
                </a:lnTo>
                <a:lnTo>
                  <a:pt x="476261" y="61305"/>
                </a:lnTo>
                <a:lnTo>
                  <a:pt x="483588" y="89302"/>
                </a:lnTo>
                <a:lnTo>
                  <a:pt x="490915" y="92573"/>
                </a:lnTo>
                <a:lnTo>
                  <a:pt x="498243" y="71048"/>
                </a:lnTo>
                <a:lnTo>
                  <a:pt x="505570" y="98491"/>
                </a:lnTo>
                <a:lnTo>
                  <a:pt x="512897" y="70484"/>
                </a:lnTo>
                <a:lnTo>
                  <a:pt x="520224" y="97251"/>
                </a:lnTo>
                <a:lnTo>
                  <a:pt x="527551" y="115276"/>
                </a:lnTo>
                <a:lnTo>
                  <a:pt x="534878" y="98318"/>
                </a:lnTo>
                <a:lnTo>
                  <a:pt x="542205" y="93638"/>
                </a:lnTo>
                <a:lnTo>
                  <a:pt x="549532" y="101050"/>
                </a:lnTo>
                <a:lnTo>
                  <a:pt x="556859" y="88368"/>
                </a:lnTo>
                <a:lnTo>
                  <a:pt x="564186" y="101290"/>
                </a:lnTo>
                <a:lnTo>
                  <a:pt x="571513" y="123157"/>
                </a:lnTo>
                <a:lnTo>
                  <a:pt x="578841" y="75653"/>
                </a:lnTo>
                <a:lnTo>
                  <a:pt x="586168" y="110792"/>
                </a:lnTo>
                <a:lnTo>
                  <a:pt x="593495" y="100205"/>
                </a:lnTo>
                <a:lnTo>
                  <a:pt x="600822" y="96963"/>
                </a:lnTo>
                <a:lnTo>
                  <a:pt x="608149" y="109788"/>
                </a:lnTo>
                <a:lnTo>
                  <a:pt x="615476" y="128716"/>
                </a:lnTo>
                <a:lnTo>
                  <a:pt x="622803" y="92643"/>
                </a:lnTo>
                <a:lnTo>
                  <a:pt x="630130" y="99884"/>
                </a:lnTo>
                <a:lnTo>
                  <a:pt x="637457" y="95804"/>
                </a:lnTo>
                <a:lnTo>
                  <a:pt x="644784" y="65104"/>
                </a:lnTo>
                <a:lnTo>
                  <a:pt x="652111" y="75029"/>
                </a:lnTo>
                <a:lnTo>
                  <a:pt x="659439" y="80039"/>
                </a:lnTo>
                <a:lnTo>
                  <a:pt x="666766" y="62815"/>
                </a:lnTo>
                <a:lnTo>
                  <a:pt x="674093" y="99167"/>
                </a:lnTo>
                <a:lnTo>
                  <a:pt x="681420" y="87242"/>
                </a:lnTo>
                <a:lnTo>
                  <a:pt x="688747" y="101535"/>
                </a:lnTo>
                <a:lnTo>
                  <a:pt x="696074" y="76512"/>
                </a:lnTo>
                <a:lnTo>
                  <a:pt x="703401" y="74778"/>
                </a:lnTo>
                <a:lnTo>
                  <a:pt x="710728" y="90315"/>
                </a:lnTo>
                <a:lnTo>
                  <a:pt x="718055" y="81866"/>
                </a:lnTo>
                <a:lnTo>
                  <a:pt x="725382" y="57233"/>
                </a:lnTo>
                <a:lnTo>
                  <a:pt x="732709" y="67952"/>
                </a:lnTo>
                <a:lnTo>
                  <a:pt x="740037" y="56857"/>
                </a:lnTo>
                <a:lnTo>
                  <a:pt x="747364" y="61815"/>
                </a:lnTo>
                <a:lnTo>
                  <a:pt x="754691" y="69984"/>
                </a:lnTo>
                <a:lnTo>
                  <a:pt x="762018" y="51767"/>
                </a:lnTo>
                <a:lnTo>
                  <a:pt x="769345" y="78315"/>
                </a:lnTo>
                <a:lnTo>
                  <a:pt x="776672" y="87090"/>
                </a:lnTo>
                <a:lnTo>
                  <a:pt x="783999" y="77697"/>
                </a:lnTo>
                <a:lnTo>
                  <a:pt x="791326" y="106503"/>
                </a:lnTo>
                <a:lnTo>
                  <a:pt x="798653" y="84285"/>
                </a:lnTo>
                <a:lnTo>
                  <a:pt x="805980" y="82685"/>
                </a:lnTo>
                <a:lnTo>
                  <a:pt x="813307" y="97373"/>
                </a:lnTo>
                <a:lnTo>
                  <a:pt x="820635" y="97875"/>
                </a:lnTo>
                <a:lnTo>
                  <a:pt x="827962" y="85196"/>
                </a:lnTo>
                <a:lnTo>
                  <a:pt x="835289" y="53850"/>
                </a:lnTo>
                <a:lnTo>
                  <a:pt x="842616" y="107031"/>
                </a:lnTo>
                <a:lnTo>
                  <a:pt x="849943" y="90943"/>
                </a:lnTo>
                <a:lnTo>
                  <a:pt x="857270" y="85659"/>
                </a:lnTo>
                <a:lnTo>
                  <a:pt x="864597" y="100832"/>
                </a:lnTo>
                <a:lnTo>
                  <a:pt x="871924" y="87557"/>
                </a:lnTo>
                <a:lnTo>
                  <a:pt x="879251" y="87974"/>
                </a:lnTo>
                <a:lnTo>
                  <a:pt x="886578" y="97383"/>
                </a:lnTo>
                <a:lnTo>
                  <a:pt x="893905" y="120706"/>
                </a:lnTo>
                <a:lnTo>
                  <a:pt x="901233" y="111474"/>
                </a:lnTo>
                <a:lnTo>
                  <a:pt x="908560" y="87363"/>
                </a:lnTo>
                <a:lnTo>
                  <a:pt x="915887" y="95468"/>
                </a:lnTo>
                <a:lnTo>
                  <a:pt x="923214" y="75518"/>
                </a:lnTo>
                <a:lnTo>
                  <a:pt x="930541" y="102551"/>
                </a:lnTo>
                <a:lnTo>
                  <a:pt x="937868" y="92024"/>
                </a:lnTo>
                <a:lnTo>
                  <a:pt x="945195" y="79465"/>
                </a:lnTo>
                <a:lnTo>
                  <a:pt x="952522" y="115467"/>
                </a:lnTo>
                <a:lnTo>
                  <a:pt x="959849" y="86866"/>
                </a:lnTo>
                <a:lnTo>
                  <a:pt x="967176" y="93069"/>
                </a:lnTo>
                <a:lnTo>
                  <a:pt x="974503" y="111606"/>
                </a:lnTo>
                <a:lnTo>
                  <a:pt x="981831" y="75363"/>
                </a:lnTo>
                <a:lnTo>
                  <a:pt x="989158" y="81528"/>
                </a:lnTo>
                <a:lnTo>
                  <a:pt x="996485" y="78073"/>
                </a:lnTo>
                <a:lnTo>
                  <a:pt x="1003812" y="73386"/>
                </a:lnTo>
                <a:lnTo>
                  <a:pt x="1011139" y="74982"/>
                </a:lnTo>
                <a:lnTo>
                  <a:pt x="1018466" y="80756"/>
                </a:lnTo>
                <a:lnTo>
                  <a:pt x="1025793" y="85193"/>
                </a:lnTo>
                <a:lnTo>
                  <a:pt x="1033120" y="97506"/>
                </a:lnTo>
                <a:lnTo>
                  <a:pt x="1040447" y="65675"/>
                </a:lnTo>
                <a:lnTo>
                  <a:pt x="1047774" y="73253"/>
                </a:lnTo>
                <a:lnTo>
                  <a:pt x="1055101" y="72929"/>
                </a:lnTo>
                <a:lnTo>
                  <a:pt x="1062429" y="84975"/>
                </a:lnTo>
                <a:lnTo>
                  <a:pt x="1069756" y="104031"/>
                </a:lnTo>
                <a:lnTo>
                  <a:pt x="1077083" y="74731"/>
                </a:lnTo>
                <a:lnTo>
                  <a:pt x="1084410" y="61943"/>
                </a:lnTo>
                <a:lnTo>
                  <a:pt x="1091737" y="89089"/>
                </a:lnTo>
                <a:lnTo>
                  <a:pt x="1099064" y="85037"/>
                </a:lnTo>
                <a:lnTo>
                  <a:pt x="1106391" y="69360"/>
                </a:lnTo>
                <a:lnTo>
                  <a:pt x="1113718" y="103409"/>
                </a:lnTo>
                <a:lnTo>
                  <a:pt x="1121045" y="75077"/>
                </a:lnTo>
                <a:lnTo>
                  <a:pt x="1128372" y="108506"/>
                </a:lnTo>
                <a:lnTo>
                  <a:pt x="1135699" y="92230"/>
                </a:lnTo>
                <a:lnTo>
                  <a:pt x="1143027" y="135841"/>
                </a:lnTo>
                <a:lnTo>
                  <a:pt x="1150354" y="107108"/>
                </a:lnTo>
                <a:lnTo>
                  <a:pt x="1157681" y="97499"/>
                </a:lnTo>
                <a:lnTo>
                  <a:pt x="1165008" y="123189"/>
                </a:lnTo>
                <a:lnTo>
                  <a:pt x="1172335" y="88687"/>
                </a:lnTo>
                <a:lnTo>
                  <a:pt x="1179662" y="80857"/>
                </a:lnTo>
                <a:lnTo>
                  <a:pt x="1186989" y="88390"/>
                </a:lnTo>
                <a:lnTo>
                  <a:pt x="1194316" y="140454"/>
                </a:lnTo>
                <a:lnTo>
                  <a:pt x="1201643" y="99587"/>
                </a:lnTo>
                <a:lnTo>
                  <a:pt x="1208970" y="14076"/>
                </a:lnTo>
                <a:lnTo>
                  <a:pt x="1216297" y="56881"/>
                </a:lnTo>
                <a:lnTo>
                  <a:pt x="1223625" y="72554"/>
                </a:lnTo>
                <a:lnTo>
                  <a:pt x="1230952" y="86560"/>
                </a:lnTo>
                <a:lnTo>
                  <a:pt x="1238279" y="86810"/>
                </a:lnTo>
                <a:lnTo>
                  <a:pt x="1245606" y="107378"/>
                </a:lnTo>
                <a:lnTo>
                  <a:pt x="1252933" y="121773"/>
                </a:lnTo>
                <a:lnTo>
                  <a:pt x="1260260" y="161825"/>
                </a:lnTo>
                <a:lnTo>
                  <a:pt x="1267587" y="168014"/>
                </a:lnTo>
                <a:lnTo>
                  <a:pt x="1274914" y="91527"/>
                </a:lnTo>
                <a:lnTo>
                  <a:pt x="1282241" y="85978"/>
                </a:lnTo>
                <a:lnTo>
                  <a:pt x="1289568" y="45039"/>
                </a:lnTo>
                <a:lnTo>
                  <a:pt x="1296895" y="59664"/>
                </a:lnTo>
                <a:lnTo>
                  <a:pt x="1304223" y="60931"/>
                </a:lnTo>
                <a:lnTo>
                  <a:pt x="1311550" y="0"/>
                </a:lnTo>
                <a:lnTo>
                  <a:pt x="1318877" y="103280"/>
                </a:lnTo>
                <a:lnTo>
                  <a:pt x="1326204" y="76455"/>
                </a:lnTo>
                <a:lnTo>
                  <a:pt x="1333531" y="72059"/>
                </a:lnTo>
                <a:lnTo>
                  <a:pt x="1340858" y="110553"/>
                </a:lnTo>
                <a:lnTo>
                  <a:pt x="1348185" y="182516"/>
                </a:lnTo>
                <a:lnTo>
                  <a:pt x="1355512" y="81980"/>
                </a:lnTo>
                <a:lnTo>
                  <a:pt x="1362839" y="67214"/>
                </a:lnTo>
                <a:lnTo>
                  <a:pt x="1370166" y="100341"/>
                </a:lnTo>
                <a:lnTo>
                  <a:pt x="1377493" y="47504"/>
                </a:lnTo>
                <a:lnTo>
                  <a:pt x="1384821" y="86387"/>
                </a:lnTo>
                <a:lnTo>
                  <a:pt x="1392148" y="65403"/>
                </a:lnTo>
                <a:lnTo>
                  <a:pt x="1399475" y="91086"/>
                </a:lnTo>
                <a:lnTo>
                  <a:pt x="1406802" y="34409"/>
                </a:lnTo>
                <a:lnTo>
                  <a:pt x="1414129" y="89705"/>
                </a:lnTo>
                <a:lnTo>
                  <a:pt x="1421456" y="136813"/>
                </a:lnTo>
                <a:lnTo>
                  <a:pt x="1428783" y="151753"/>
                </a:lnTo>
                <a:lnTo>
                  <a:pt x="1436110" y="163283"/>
                </a:lnTo>
                <a:lnTo>
                  <a:pt x="1443437" y="113125"/>
                </a:lnTo>
                <a:lnTo>
                  <a:pt x="1450764" y="119838"/>
                </a:lnTo>
                <a:lnTo>
                  <a:pt x="1458091" y="86435"/>
                </a:lnTo>
                <a:lnTo>
                  <a:pt x="1465419" y="70124"/>
                </a:lnTo>
                <a:lnTo>
                  <a:pt x="1472746" y="59316"/>
                </a:lnTo>
                <a:lnTo>
                  <a:pt x="1480073" y="80249"/>
                </a:lnTo>
                <a:lnTo>
                  <a:pt x="1487400" y="79323"/>
                </a:lnTo>
                <a:lnTo>
                  <a:pt x="1494727" y="102534"/>
                </a:lnTo>
                <a:lnTo>
                  <a:pt x="1502054" y="125229"/>
                </a:lnTo>
                <a:lnTo>
                  <a:pt x="1509381" y="139719"/>
                </a:lnTo>
                <a:lnTo>
                  <a:pt x="1516708" y="110622"/>
                </a:lnTo>
                <a:lnTo>
                  <a:pt x="1524035" y="120306"/>
                </a:lnTo>
                <a:lnTo>
                  <a:pt x="1531362" y="83832"/>
                </a:lnTo>
                <a:lnTo>
                  <a:pt x="1538689" y="56605"/>
                </a:lnTo>
                <a:lnTo>
                  <a:pt x="1546017" y="19837"/>
                </a:lnTo>
                <a:lnTo>
                  <a:pt x="1553344" y="94010"/>
                </a:lnTo>
                <a:lnTo>
                  <a:pt x="1560671" y="66075"/>
                </a:lnTo>
                <a:lnTo>
                  <a:pt x="1567998" y="73937"/>
                </a:lnTo>
                <a:lnTo>
                  <a:pt x="1575325" y="70324"/>
                </a:lnTo>
                <a:lnTo>
                  <a:pt x="1582652" y="91677"/>
                </a:lnTo>
                <a:lnTo>
                  <a:pt x="1589979" y="121662"/>
                </a:lnTo>
                <a:lnTo>
                  <a:pt x="1597306" y="116596"/>
                </a:lnTo>
                <a:lnTo>
                  <a:pt x="1604633" y="120125"/>
                </a:lnTo>
                <a:lnTo>
                  <a:pt x="1611960" y="124158"/>
                </a:lnTo>
                <a:lnTo>
                  <a:pt x="1619287" y="30664"/>
                </a:lnTo>
                <a:lnTo>
                  <a:pt x="1626615" y="71272"/>
                </a:lnTo>
                <a:lnTo>
                  <a:pt x="1633942" y="38734"/>
                </a:lnTo>
                <a:lnTo>
                  <a:pt x="1641269" y="20214"/>
                </a:lnTo>
                <a:lnTo>
                  <a:pt x="1648596" y="67839"/>
                </a:lnTo>
                <a:lnTo>
                  <a:pt x="1655923" y="89379"/>
                </a:lnTo>
                <a:lnTo>
                  <a:pt x="1663250" y="126763"/>
                </a:lnTo>
                <a:lnTo>
                  <a:pt x="1670577" y="88732"/>
                </a:lnTo>
                <a:lnTo>
                  <a:pt x="1677904" y="138233"/>
                </a:lnTo>
                <a:lnTo>
                  <a:pt x="1685231" y="171415"/>
                </a:lnTo>
                <a:lnTo>
                  <a:pt x="1692558" y="92614"/>
                </a:lnTo>
                <a:lnTo>
                  <a:pt x="1699885" y="68905"/>
                </a:lnTo>
                <a:lnTo>
                  <a:pt x="1707213" y="68494"/>
                </a:lnTo>
                <a:lnTo>
                  <a:pt x="1714540" y="30870"/>
                </a:lnTo>
                <a:lnTo>
                  <a:pt x="1721867" y="60150"/>
                </a:lnTo>
                <a:lnTo>
                  <a:pt x="1729194" y="84504"/>
                </a:lnTo>
                <a:lnTo>
                  <a:pt x="1736521" y="31753"/>
                </a:lnTo>
                <a:lnTo>
                  <a:pt x="1743848" y="68327"/>
                </a:lnTo>
                <a:lnTo>
                  <a:pt x="1751175" y="148101"/>
                </a:lnTo>
                <a:lnTo>
                  <a:pt x="1758502" y="180586"/>
                </a:lnTo>
                <a:lnTo>
                  <a:pt x="1765829" y="163476"/>
                </a:lnTo>
                <a:lnTo>
                  <a:pt x="1773156" y="139774"/>
                </a:lnTo>
                <a:lnTo>
                  <a:pt x="1780483" y="130934"/>
                </a:lnTo>
                <a:lnTo>
                  <a:pt x="1787811" y="123224"/>
                </a:lnTo>
                <a:lnTo>
                  <a:pt x="1795138" y="56150"/>
                </a:lnTo>
                <a:lnTo>
                  <a:pt x="1802465" y="91993"/>
                </a:lnTo>
                <a:lnTo>
                  <a:pt x="1809792" y="90332"/>
                </a:lnTo>
                <a:lnTo>
                  <a:pt x="1817119" y="107833"/>
                </a:lnTo>
                <a:lnTo>
                  <a:pt x="1824446" y="73706"/>
                </a:lnTo>
                <a:lnTo>
                  <a:pt x="1831773" y="70641"/>
                </a:lnTo>
                <a:lnTo>
                  <a:pt x="1839100" y="78699"/>
                </a:lnTo>
                <a:lnTo>
                  <a:pt x="1846427" y="105677"/>
                </a:lnTo>
                <a:lnTo>
                  <a:pt x="1853754" y="89777"/>
                </a:lnTo>
                <a:lnTo>
                  <a:pt x="1861081" y="84522"/>
                </a:lnTo>
                <a:lnTo>
                  <a:pt x="1868409" y="90850"/>
                </a:lnTo>
                <a:lnTo>
                  <a:pt x="1875736" y="101246"/>
                </a:lnTo>
                <a:lnTo>
                  <a:pt x="1883063" y="72954"/>
                </a:lnTo>
                <a:lnTo>
                  <a:pt x="1890390" y="104970"/>
                </a:lnTo>
                <a:lnTo>
                  <a:pt x="1897717" y="69030"/>
                </a:lnTo>
                <a:lnTo>
                  <a:pt x="1905044" y="81583"/>
                </a:lnTo>
                <a:lnTo>
                  <a:pt x="1912371" y="44872"/>
                </a:lnTo>
                <a:lnTo>
                  <a:pt x="1919698" y="74914"/>
                </a:lnTo>
                <a:lnTo>
                  <a:pt x="1927025" y="68692"/>
                </a:lnTo>
                <a:lnTo>
                  <a:pt x="1934352" y="67212"/>
                </a:lnTo>
                <a:lnTo>
                  <a:pt x="1941679" y="94731"/>
                </a:lnTo>
                <a:lnTo>
                  <a:pt x="1949007" y="82164"/>
                </a:lnTo>
                <a:lnTo>
                  <a:pt x="1956334" y="108978"/>
                </a:lnTo>
                <a:lnTo>
                  <a:pt x="1963661" y="59011"/>
                </a:lnTo>
                <a:lnTo>
                  <a:pt x="1970988" y="83455"/>
                </a:lnTo>
                <a:lnTo>
                  <a:pt x="1978315" y="77812"/>
                </a:lnTo>
                <a:lnTo>
                  <a:pt x="1985642" y="110190"/>
                </a:lnTo>
                <a:lnTo>
                  <a:pt x="1992969" y="91013"/>
                </a:lnTo>
                <a:lnTo>
                  <a:pt x="2000296" y="113063"/>
                </a:lnTo>
                <a:lnTo>
                  <a:pt x="2007623" y="108651"/>
                </a:lnTo>
                <a:lnTo>
                  <a:pt x="2014950" y="63832"/>
                </a:lnTo>
                <a:lnTo>
                  <a:pt x="2022277" y="84380"/>
                </a:lnTo>
                <a:lnTo>
                  <a:pt x="2029605" y="104239"/>
                </a:lnTo>
                <a:lnTo>
                  <a:pt x="2036932" y="81458"/>
                </a:lnTo>
                <a:lnTo>
                  <a:pt x="2044259" y="103218"/>
                </a:lnTo>
                <a:lnTo>
                  <a:pt x="2051586" y="101078"/>
                </a:lnTo>
                <a:lnTo>
                  <a:pt x="2058913" y="117414"/>
                </a:lnTo>
                <a:lnTo>
                  <a:pt x="2066240" y="99443"/>
                </a:lnTo>
                <a:lnTo>
                  <a:pt x="2073567" y="94631"/>
                </a:lnTo>
                <a:lnTo>
                  <a:pt x="2080894" y="93329"/>
                </a:lnTo>
                <a:lnTo>
                  <a:pt x="2088221" y="128184"/>
                </a:lnTo>
                <a:lnTo>
                  <a:pt x="2095548" y="92682"/>
                </a:lnTo>
                <a:lnTo>
                  <a:pt x="2102875" y="98812"/>
                </a:lnTo>
                <a:lnTo>
                  <a:pt x="2110203" y="79403"/>
                </a:lnTo>
                <a:lnTo>
                  <a:pt x="2117530" y="108587"/>
                </a:lnTo>
                <a:lnTo>
                  <a:pt x="2124857" y="57795"/>
                </a:lnTo>
                <a:lnTo>
                  <a:pt x="2132184" y="105822"/>
                </a:lnTo>
                <a:lnTo>
                  <a:pt x="2139511" y="69959"/>
                </a:lnTo>
                <a:lnTo>
                  <a:pt x="2146838" y="85662"/>
                </a:lnTo>
                <a:lnTo>
                  <a:pt x="2154165" y="74795"/>
                </a:lnTo>
                <a:lnTo>
                  <a:pt x="2161492" y="58442"/>
                </a:lnTo>
                <a:lnTo>
                  <a:pt x="2168819" y="79415"/>
                </a:lnTo>
                <a:lnTo>
                  <a:pt x="2176146" y="68095"/>
                </a:lnTo>
                <a:lnTo>
                  <a:pt x="2183473" y="83070"/>
                </a:lnTo>
                <a:lnTo>
                  <a:pt x="2190801" y="61925"/>
                </a:lnTo>
                <a:lnTo>
                  <a:pt x="2198128" y="74751"/>
                </a:lnTo>
                <a:lnTo>
                  <a:pt x="2205455" y="55085"/>
                </a:lnTo>
                <a:lnTo>
                  <a:pt x="2212782" y="80468"/>
                </a:lnTo>
                <a:lnTo>
                  <a:pt x="2220109" y="54224"/>
                </a:lnTo>
                <a:lnTo>
                  <a:pt x="2227436" y="87048"/>
                </a:lnTo>
                <a:lnTo>
                  <a:pt x="2234763" y="96707"/>
                </a:lnTo>
                <a:lnTo>
                  <a:pt x="2242090" y="93737"/>
                </a:lnTo>
                <a:lnTo>
                  <a:pt x="2249417" y="77824"/>
                </a:lnTo>
                <a:lnTo>
                  <a:pt x="2256744" y="76761"/>
                </a:lnTo>
                <a:lnTo>
                  <a:pt x="2264071" y="40821"/>
                </a:lnTo>
                <a:lnTo>
                  <a:pt x="2271399" y="70676"/>
                </a:lnTo>
                <a:lnTo>
                  <a:pt x="2278726" y="82975"/>
                </a:lnTo>
                <a:lnTo>
                  <a:pt x="2286053" y="104139"/>
                </a:lnTo>
                <a:lnTo>
                  <a:pt x="2293380" y="106056"/>
                </a:lnTo>
                <a:lnTo>
                  <a:pt x="2300707" y="103046"/>
                </a:lnTo>
                <a:lnTo>
                  <a:pt x="2308034" y="122570"/>
                </a:lnTo>
                <a:lnTo>
                  <a:pt x="2315361" y="90375"/>
                </a:lnTo>
                <a:lnTo>
                  <a:pt x="2322688" y="109017"/>
                </a:lnTo>
                <a:lnTo>
                  <a:pt x="2330015" y="90573"/>
                </a:lnTo>
                <a:lnTo>
                  <a:pt x="2337342" y="104279"/>
                </a:lnTo>
                <a:lnTo>
                  <a:pt x="2344669" y="89936"/>
                </a:lnTo>
                <a:lnTo>
                  <a:pt x="2351996" y="90873"/>
                </a:lnTo>
                <a:lnTo>
                  <a:pt x="2359324" y="84524"/>
                </a:lnTo>
                <a:lnTo>
                  <a:pt x="2366651" y="90549"/>
                </a:lnTo>
                <a:lnTo>
                  <a:pt x="2373978" y="103106"/>
                </a:lnTo>
                <a:lnTo>
                  <a:pt x="2381305" y="131613"/>
                </a:lnTo>
                <a:lnTo>
                  <a:pt x="2388632" y="88727"/>
                </a:lnTo>
                <a:lnTo>
                  <a:pt x="2395959" y="126344"/>
                </a:lnTo>
                <a:lnTo>
                  <a:pt x="2403286" y="76747"/>
                </a:lnTo>
                <a:lnTo>
                  <a:pt x="2410613" y="62913"/>
                </a:lnTo>
                <a:lnTo>
                  <a:pt x="2417940" y="90758"/>
                </a:lnTo>
                <a:lnTo>
                  <a:pt x="2425267" y="61811"/>
                </a:lnTo>
                <a:lnTo>
                  <a:pt x="2432594" y="94983"/>
                </a:lnTo>
                <a:lnTo>
                  <a:pt x="2439922" y="79856"/>
                </a:lnTo>
                <a:lnTo>
                  <a:pt x="2447249" y="53077"/>
                </a:lnTo>
                <a:lnTo>
                  <a:pt x="2454576" y="83540"/>
                </a:lnTo>
                <a:lnTo>
                  <a:pt x="2461903" y="106579"/>
                </a:lnTo>
                <a:lnTo>
                  <a:pt x="2469230" y="95467"/>
                </a:lnTo>
                <a:lnTo>
                  <a:pt x="2476557" y="90302"/>
                </a:lnTo>
                <a:lnTo>
                  <a:pt x="2483884" y="82053"/>
                </a:lnTo>
                <a:lnTo>
                  <a:pt x="2491211" y="87014"/>
                </a:lnTo>
                <a:lnTo>
                  <a:pt x="2498538" y="64546"/>
                </a:lnTo>
                <a:lnTo>
                  <a:pt x="2505865" y="65002"/>
                </a:lnTo>
                <a:lnTo>
                  <a:pt x="2513192" y="55477"/>
                </a:lnTo>
                <a:lnTo>
                  <a:pt x="2520520" y="89634"/>
                </a:lnTo>
                <a:lnTo>
                  <a:pt x="2527847" y="103755"/>
                </a:lnTo>
                <a:lnTo>
                  <a:pt x="2535174" y="85535"/>
                </a:lnTo>
                <a:lnTo>
                  <a:pt x="2542501" y="97048"/>
                </a:lnTo>
                <a:lnTo>
                  <a:pt x="2549828" y="75966"/>
                </a:lnTo>
                <a:lnTo>
                  <a:pt x="2557155" y="93889"/>
                </a:lnTo>
                <a:lnTo>
                  <a:pt x="2564482" y="94221"/>
                </a:lnTo>
                <a:lnTo>
                  <a:pt x="2571809" y="119369"/>
                </a:lnTo>
                <a:lnTo>
                  <a:pt x="2579136" y="128390"/>
                </a:lnTo>
                <a:lnTo>
                  <a:pt x="2586463" y="102635"/>
                </a:lnTo>
                <a:lnTo>
                  <a:pt x="2593790" y="94820"/>
                </a:lnTo>
                <a:lnTo>
                  <a:pt x="2601118" y="76147"/>
                </a:lnTo>
                <a:lnTo>
                  <a:pt x="2608445" y="106375"/>
                </a:lnTo>
                <a:lnTo>
                  <a:pt x="2615772" y="99553"/>
                </a:lnTo>
                <a:lnTo>
                  <a:pt x="2623099" y="100917"/>
                </a:lnTo>
                <a:lnTo>
                  <a:pt x="2630426" y="113829"/>
                </a:lnTo>
                <a:lnTo>
                  <a:pt x="2637753" y="103807"/>
                </a:lnTo>
                <a:lnTo>
                  <a:pt x="2645080" y="106928"/>
                </a:lnTo>
                <a:lnTo>
                  <a:pt x="2652407" y="90376"/>
                </a:lnTo>
                <a:lnTo>
                  <a:pt x="2659734" y="114709"/>
                </a:lnTo>
                <a:lnTo>
                  <a:pt x="2667061" y="82122"/>
                </a:lnTo>
                <a:lnTo>
                  <a:pt x="2674388" y="112488"/>
                </a:lnTo>
                <a:lnTo>
                  <a:pt x="2681716" y="67888"/>
                </a:lnTo>
                <a:lnTo>
                  <a:pt x="2689043" y="74184"/>
                </a:lnTo>
                <a:lnTo>
                  <a:pt x="2696370" y="86163"/>
                </a:lnTo>
                <a:lnTo>
                  <a:pt x="2703697" y="70473"/>
                </a:lnTo>
                <a:lnTo>
                  <a:pt x="2711024" y="85096"/>
                </a:lnTo>
                <a:lnTo>
                  <a:pt x="2718351" y="69404"/>
                </a:lnTo>
                <a:lnTo>
                  <a:pt x="2725678" y="107034"/>
                </a:lnTo>
                <a:lnTo>
                  <a:pt x="2733005" y="86288"/>
                </a:lnTo>
                <a:lnTo>
                  <a:pt x="2740332" y="117067"/>
                </a:lnTo>
                <a:lnTo>
                  <a:pt x="2747659" y="96884"/>
                </a:lnTo>
                <a:lnTo>
                  <a:pt x="2754986" y="79936"/>
                </a:lnTo>
                <a:lnTo>
                  <a:pt x="2762314" y="54805"/>
                </a:lnTo>
                <a:lnTo>
                  <a:pt x="2769641" y="70919"/>
                </a:lnTo>
                <a:lnTo>
                  <a:pt x="2776968" y="60764"/>
                </a:lnTo>
                <a:lnTo>
                  <a:pt x="2784295" y="56786"/>
                </a:lnTo>
                <a:lnTo>
                  <a:pt x="2791622" y="58339"/>
                </a:lnTo>
                <a:lnTo>
                  <a:pt x="2798949" y="73860"/>
                </a:lnTo>
                <a:lnTo>
                  <a:pt x="2806276" y="68908"/>
                </a:lnTo>
                <a:lnTo>
                  <a:pt x="2813603" y="77543"/>
                </a:lnTo>
                <a:lnTo>
                  <a:pt x="2820930" y="90382"/>
                </a:lnTo>
                <a:lnTo>
                  <a:pt x="2828257" y="104531"/>
                </a:lnTo>
                <a:lnTo>
                  <a:pt x="2835584" y="90744"/>
                </a:lnTo>
                <a:lnTo>
                  <a:pt x="2842912" y="113857"/>
                </a:lnTo>
                <a:lnTo>
                  <a:pt x="2850239" y="86835"/>
                </a:lnTo>
                <a:lnTo>
                  <a:pt x="2857566" y="71027"/>
                </a:lnTo>
                <a:lnTo>
                  <a:pt x="2864893" y="81447"/>
                </a:lnTo>
                <a:lnTo>
                  <a:pt x="2872220" y="93903"/>
                </a:lnTo>
                <a:lnTo>
                  <a:pt x="2879547" y="113342"/>
                </a:lnTo>
                <a:lnTo>
                  <a:pt x="2886874" y="119798"/>
                </a:lnTo>
                <a:lnTo>
                  <a:pt x="2894201" y="110540"/>
                </a:lnTo>
                <a:lnTo>
                  <a:pt x="2901528" y="112925"/>
                </a:lnTo>
                <a:lnTo>
                  <a:pt x="2908855" y="113820"/>
                </a:lnTo>
                <a:lnTo>
                  <a:pt x="2916182" y="97705"/>
                </a:lnTo>
                <a:lnTo>
                  <a:pt x="2923510" y="111034"/>
                </a:lnTo>
                <a:lnTo>
                  <a:pt x="2930837" y="99828"/>
                </a:lnTo>
                <a:lnTo>
                  <a:pt x="2938164" y="69805"/>
                </a:lnTo>
                <a:lnTo>
                  <a:pt x="2945491" y="93838"/>
                </a:lnTo>
                <a:lnTo>
                  <a:pt x="2952818" y="105375"/>
                </a:lnTo>
                <a:lnTo>
                  <a:pt x="2960145" y="60435"/>
                </a:lnTo>
                <a:lnTo>
                  <a:pt x="2967472" y="63550"/>
                </a:lnTo>
                <a:lnTo>
                  <a:pt x="2974799" y="74733"/>
                </a:lnTo>
                <a:lnTo>
                  <a:pt x="2982126" y="99155"/>
                </a:lnTo>
                <a:lnTo>
                  <a:pt x="2989453" y="89892"/>
                </a:lnTo>
                <a:lnTo>
                  <a:pt x="2996780" y="95534"/>
                </a:lnTo>
                <a:lnTo>
                  <a:pt x="3004108" y="88575"/>
                </a:lnTo>
                <a:lnTo>
                  <a:pt x="3011435" y="74223"/>
                </a:lnTo>
                <a:lnTo>
                  <a:pt x="3018762" y="70653"/>
                </a:lnTo>
                <a:lnTo>
                  <a:pt x="3026089" y="77768"/>
                </a:lnTo>
                <a:lnTo>
                  <a:pt x="3033416" y="77338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57201E1-5EF0-4BFB-8945-7A75728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2026061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2</a:t>
            </a:r>
          </a:p>
        </p:txBody>
      </p:sp>
      <p:sp>
        <p:nvSpPr>
          <p:cNvPr id="4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EF59F7F-AB9A-406B-A350-AC28097A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2042480"/>
            <a:ext cx="3033416" cy="159689"/>
          </a:xfrm>
          <a:custGeom xmlns:a="http://schemas.openxmlformats.org/drawingml/2006/main">
            <a:rect l="l" t="t" r="r" b="b"/>
            <a:pathLst>
              <a:path w="3033416" h="159689">
                <a:moveTo>
                  <a:pt x="0" y="83188"/>
                </a:moveTo>
                <a:lnTo>
                  <a:pt x="7328" y="97458"/>
                </a:lnTo>
                <a:lnTo>
                  <a:pt x="14655" y="73238"/>
                </a:lnTo>
                <a:lnTo>
                  <a:pt x="21982" y="96074"/>
                </a:lnTo>
                <a:lnTo>
                  <a:pt x="29309" y="77421"/>
                </a:lnTo>
                <a:lnTo>
                  <a:pt x="36636" y="102229"/>
                </a:lnTo>
                <a:lnTo>
                  <a:pt x="43963" y="42055"/>
                </a:lnTo>
                <a:lnTo>
                  <a:pt x="51290" y="108719"/>
                </a:lnTo>
                <a:lnTo>
                  <a:pt x="58617" y="65762"/>
                </a:lnTo>
                <a:lnTo>
                  <a:pt x="65944" y="81251"/>
                </a:lnTo>
                <a:lnTo>
                  <a:pt x="73271" y="33030"/>
                </a:lnTo>
                <a:lnTo>
                  <a:pt x="80598" y="64119"/>
                </a:lnTo>
                <a:lnTo>
                  <a:pt x="87926" y="88143"/>
                </a:lnTo>
                <a:lnTo>
                  <a:pt x="95253" y="73857"/>
                </a:lnTo>
                <a:lnTo>
                  <a:pt x="102580" y="50958"/>
                </a:lnTo>
                <a:lnTo>
                  <a:pt x="109907" y="74157"/>
                </a:lnTo>
                <a:lnTo>
                  <a:pt x="117234" y="77685"/>
                </a:lnTo>
                <a:lnTo>
                  <a:pt x="124561" y="76464"/>
                </a:lnTo>
                <a:lnTo>
                  <a:pt x="131888" y="52729"/>
                </a:lnTo>
                <a:lnTo>
                  <a:pt x="139215" y="63118"/>
                </a:lnTo>
                <a:lnTo>
                  <a:pt x="146542" y="78055"/>
                </a:lnTo>
                <a:lnTo>
                  <a:pt x="153869" y="78380"/>
                </a:lnTo>
                <a:lnTo>
                  <a:pt x="161196" y="95243"/>
                </a:lnTo>
                <a:lnTo>
                  <a:pt x="168523" y="97800"/>
                </a:lnTo>
                <a:lnTo>
                  <a:pt x="175851" y="40188"/>
                </a:lnTo>
                <a:lnTo>
                  <a:pt x="183178" y="65086"/>
                </a:lnTo>
                <a:lnTo>
                  <a:pt x="190505" y="89638"/>
                </a:lnTo>
                <a:lnTo>
                  <a:pt x="197832" y="77468"/>
                </a:lnTo>
                <a:lnTo>
                  <a:pt x="205159" y="83761"/>
                </a:lnTo>
                <a:lnTo>
                  <a:pt x="212486" y="80806"/>
                </a:lnTo>
                <a:lnTo>
                  <a:pt x="219813" y="79697"/>
                </a:lnTo>
                <a:lnTo>
                  <a:pt x="227140" y="107993"/>
                </a:lnTo>
                <a:lnTo>
                  <a:pt x="234467" y="88249"/>
                </a:lnTo>
                <a:lnTo>
                  <a:pt x="241794" y="97991"/>
                </a:lnTo>
                <a:lnTo>
                  <a:pt x="249121" y="83286"/>
                </a:lnTo>
                <a:lnTo>
                  <a:pt x="256449" y="96521"/>
                </a:lnTo>
                <a:lnTo>
                  <a:pt x="263776" y="62318"/>
                </a:lnTo>
                <a:lnTo>
                  <a:pt x="271103" y="74118"/>
                </a:lnTo>
                <a:lnTo>
                  <a:pt x="278430" y="91648"/>
                </a:lnTo>
                <a:lnTo>
                  <a:pt x="285757" y="98244"/>
                </a:lnTo>
                <a:lnTo>
                  <a:pt x="293084" y="79490"/>
                </a:lnTo>
                <a:lnTo>
                  <a:pt x="300411" y="77153"/>
                </a:lnTo>
                <a:lnTo>
                  <a:pt x="307738" y="85022"/>
                </a:lnTo>
                <a:lnTo>
                  <a:pt x="315065" y="111302"/>
                </a:lnTo>
                <a:lnTo>
                  <a:pt x="322392" y="81053"/>
                </a:lnTo>
                <a:lnTo>
                  <a:pt x="329719" y="104533"/>
                </a:lnTo>
                <a:lnTo>
                  <a:pt x="337047" y="77445"/>
                </a:lnTo>
                <a:lnTo>
                  <a:pt x="344374" y="83502"/>
                </a:lnTo>
                <a:lnTo>
                  <a:pt x="351701" y="74653"/>
                </a:lnTo>
                <a:lnTo>
                  <a:pt x="359028" y="59444"/>
                </a:lnTo>
                <a:lnTo>
                  <a:pt x="366355" y="37112"/>
                </a:lnTo>
                <a:lnTo>
                  <a:pt x="373682" y="72501"/>
                </a:lnTo>
                <a:lnTo>
                  <a:pt x="381009" y="110654"/>
                </a:lnTo>
                <a:lnTo>
                  <a:pt x="388336" y="63615"/>
                </a:lnTo>
                <a:lnTo>
                  <a:pt x="395663" y="87903"/>
                </a:lnTo>
                <a:lnTo>
                  <a:pt x="402990" y="93923"/>
                </a:lnTo>
                <a:lnTo>
                  <a:pt x="410317" y="80373"/>
                </a:lnTo>
                <a:lnTo>
                  <a:pt x="417645" y="73420"/>
                </a:lnTo>
                <a:lnTo>
                  <a:pt x="424972" y="63057"/>
                </a:lnTo>
                <a:lnTo>
                  <a:pt x="432299" y="87981"/>
                </a:lnTo>
                <a:lnTo>
                  <a:pt x="439626" y="63651"/>
                </a:lnTo>
                <a:lnTo>
                  <a:pt x="446953" y="64727"/>
                </a:lnTo>
                <a:lnTo>
                  <a:pt x="454280" y="91669"/>
                </a:lnTo>
                <a:lnTo>
                  <a:pt x="461607" y="60572"/>
                </a:lnTo>
                <a:lnTo>
                  <a:pt x="468934" y="65803"/>
                </a:lnTo>
                <a:lnTo>
                  <a:pt x="476261" y="65337"/>
                </a:lnTo>
                <a:lnTo>
                  <a:pt x="483588" y="90571"/>
                </a:lnTo>
                <a:lnTo>
                  <a:pt x="490915" y="100450"/>
                </a:lnTo>
                <a:lnTo>
                  <a:pt x="498243" y="89750"/>
                </a:lnTo>
                <a:lnTo>
                  <a:pt x="505570" y="111382"/>
                </a:lnTo>
                <a:lnTo>
                  <a:pt x="512897" y="94881"/>
                </a:lnTo>
                <a:lnTo>
                  <a:pt x="520224" y="97099"/>
                </a:lnTo>
                <a:lnTo>
                  <a:pt x="527551" y="97143"/>
                </a:lnTo>
                <a:lnTo>
                  <a:pt x="534878" y="72100"/>
                </a:lnTo>
                <a:lnTo>
                  <a:pt x="542205" y="60932"/>
                </a:lnTo>
                <a:lnTo>
                  <a:pt x="549532" y="88622"/>
                </a:lnTo>
                <a:lnTo>
                  <a:pt x="556859" y="90111"/>
                </a:lnTo>
                <a:lnTo>
                  <a:pt x="564186" y="73347"/>
                </a:lnTo>
                <a:lnTo>
                  <a:pt x="571513" y="80777"/>
                </a:lnTo>
                <a:lnTo>
                  <a:pt x="578841" y="103814"/>
                </a:lnTo>
                <a:lnTo>
                  <a:pt x="586168" y="103884"/>
                </a:lnTo>
                <a:lnTo>
                  <a:pt x="593495" y="75654"/>
                </a:lnTo>
                <a:lnTo>
                  <a:pt x="600822" y="124511"/>
                </a:lnTo>
                <a:lnTo>
                  <a:pt x="608149" y="90519"/>
                </a:lnTo>
                <a:lnTo>
                  <a:pt x="615476" y="79530"/>
                </a:lnTo>
                <a:lnTo>
                  <a:pt x="622803" y="77135"/>
                </a:lnTo>
                <a:lnTo>
                  <a:pt x="630130" y="72843"/>
                </a:lnTo>
                <a:lnTo>
                  <a:pt x="637457" y="51963"/>
                </a:lnTo>
                <a:lnTo>
                  <a:pt x="644784" y="68747"/>
                </a:lnTo>
                <a:lnTo>
                  <a:pt x="652111" y="79802"/>
                </a:lnTo>
                <a:lnTo>
                  <a:pt x="659439" y="59976"/>
                </a:lnTo>
                <a:lnTo>
                  <a:pt x="666766" y="80193"/>
                </a:lnTo>
                <a:lnTo>
                  <a:pt x="674093" y="48970"/>
                </a:lnTo>
                <a:lnTo>
                  <a:pt x="681420" y="70468"/>
                </a:lnTo>
                <a:lnTo>
                  <a:pt x="688747" y="61449"/>
                </a:lnTo>
                <a:lnTo>
                  <a:pt x="696074" y="68159"/>
                </a:lnTo>
                <a:lnTo>
                  <a:pt x="703401" y="52903"/>
                </a:lnTo>
                <a:lnTo>
                  <a:pt x="710728" y="75372"/>
                </a:lnTo>
                <a:lnTo>
                  <a:pt x="718055" y="53598"/>
                </a:lnTo>
                <a:lnTo>
                  <a:pt x="725382" y="49484"/>
                </a:lnTo>
                <a:lnTo>
                  <a:pt x="732709" y="58308"/>
                </a:lnTo>
                <a:lnTo>
                  <a:pt x="740037" y="55554"/>
                </a:lnTo>
                <a:lnTo>
                  <a:pt x="747364" y="81062"/>
                </a:lnTo>
                <a:lnTo>
                  <a:pt x="754691" y="76522"/>
                </a:lnTo>
                <a:lnTo>
                  <a:pt x="762018" y="102418"/>
                </a:lnTo>
                <a:lnTo>
                  <a:pt x="769345" y="88856"/>
                </a:lnTo>
                <a:lnTo>
                  <a:pt x="776672" y="93976"/>
                </a:lnTo>
                <a:lnTo>
                  <a:pt x="783999" y="71526"/>
                </a:lnTo>
                <a:lnTo>
                  <a:pt x="791326" y="68547"/>
                </a:lnTo>
                <a:lnTo>
                  <a:pt x="798653" y="73182"/>
                </a:lnTo>
                <a:lnTo>
                  <a:pt x="805980" y="76699"/>
                </a:lnTo>
                <a:lnTo>
                  <a:pt x="813307" y="70572"/>
                </a:lnTo>
                <a:lnTo>
                  <a:pt x="820635" y="81324"/>
                </a:lnTo>
                <a:lnTo>
                  <a:pt x="827962" y="110713"/>
                </a:lnTo>
                <a:lnTo>
                  <a:pt x="835289" y="116058"/>
                </a:lnTo>
                <a:lnTo>
                  <a:pt x="842616" y="93182"/>
                </a:lnTo>
                <a:lnTo>
                  <a:pt x="849943" y="101410"/>
                </a:lnTo>
                <a:lnTo>
                  <a:pt x="857270" y="92371"/>
                </a:lnTo>
                <a:lnTo>
                  <a:pt x="864597" y="103841"/>
                </a:lnTo>
                <a:lnTo>
                  <a:pt x="871924" y="85380"/>
                </a:lnTo>
                <a:lnTo>
                  <a:pt x="879251" y="68074"/>
                </a:lnTo>
                <a:lnTo>
                  <a:pt x="886578" y="96370"/>
                </a:lnTo>
                <a:lnTo>
                  <a:pt x="893905" y="85594"/>
                </a:lnTo>
                <a:lnTo>
                  <a:pt x="901233" y="84609"/>
                </a:lnTo>
                <a:lnTo>
                  <a:pt x="908560" y="70016"/>
                </a:lnTo>
                <a:lnTo>
                  <a:pt x="915887" y="87676"/>
                </a:lnTo>
                <a:lnTo>
                  <a:pt x="923214" y="68195"/>
                </a:lnTo>
                <a:lnTo>
                  <a:pt x="930541" y="97868"/>
                </a:lnTo>
                <a:lnTo>
                  <a:pt x="937868" y="90535"/>
                </a:lnTo>
                <a:lnTo>
                  <a:pt x="945195" y="92560"/>
                </a:lnTo>
                <a:lnTo>
                  <a:pt x="952522" y="102967"/>
                </a:lnTo>
                <a:lnTo>
                  <a:pt x="959849" y="77823"/>
                </a:lnTo>
                <a:lnTo>
                  <a:pt x="967176" y="39230"/>
                </a:lnTo>
                <a:lnTo>
                  <a:pt x="974503" y="52032"/>
                </a:lnTo>
                <a:lnTo>
                  <a:pt x="981831" y="36252"/>
                </a:lnTo>
                <a:lnTo>
                  <a:pt x="989158" y="66143"/>
                </a:lnTo>
                <a:lnTo>
                  <a:pt x="996485" y="42260"/>
                </a:lnTo>
                <a:lnTo>
                  <a:pt x="1003812" y="51292"/>
                </a:lnTo>
                <a:lnTo>
                  <a:pt x="1011139" y="55479"/>
                </a:lnTo>
                <a:lnTo>
                  <a:pt x="1018466" y="56179"/>
                </a:lnTo>
                <a:lnTo>
                  <a:pt x="1025793" y="74763"/>
                </a:lnTo>
                <a:lnTo>
                  <a:pt x="1033120" y="63395"/>
                </a:lnTo>
                <a:lnTo>
                  <a:pt x="1040447" y="50468"/>
                </a:lnTo>
                <a:lnTo>
                  <a:pt x="1047774" y="74173"/>
                </a:lnTo>
                <a:lnTo>
                  <a:pt x="1055101" y="71550"/>
                </a:lnTo>
                <a:lnTo>
                  <a:pt x="1062429" y="68662"/>
                </a:lnTo>
                <a:lnTo>
                  <a:pt x="1069756" y="53320"/>
                </a:lnTo>
                <a:lnTo>
                  <a:pt x="1077083" y="71812"/>
                </a:lnTo>
                <a:lnTo>
                  <a:pt x="1084410" y="105995"/>
                </a:lnTo>
                <a:lnTo>
                  <a:pt x="1091737" y="72632"/>
                </a:lnTo>
                <a:lnTo>
                  <a:pt x="1099064" y="82281"/>
                </a:lnTo>
                <a:lnTo>
                  <a:pt x="1106391" y="77534"/>
                </a:lnTo>
                <a:lnTo>
                  <a:pt x="1113718" y="84811"/>
                </a:lnTo>
                <a:lnTo>
                  <a:pt x="1121045" y="95473"/>
                </a:lnTo>
                <a:lnTo>
                  <a:pt x="1128372" y="112098"/>
                </a:lnTo>
                <a:lnTo>
                  <a:pt x="1135699" y="88754"/>
                </a:lnTo>
                <a:lnTo>
                  <a:pt x="1143027" y="76250"/>
                </a:lnTo>
                <a:lnTo>
                  <a:pt x="1150354" y="84848"/>
                </a:lnTo>
                <a:lnTo>
                  <a:pt x="1157681" y="84354"/>
                </a:lnTo>
                <a:lnTo>
                  <a:pt x="1165008" y="60460"/>
                </a:lnTo>
                <a:lnTo>
                  <a:pt x="1172335" y="81685"/>
                </a:lnTo>
                <a:lnTo>
                  <a:pt x="1179662" y="74869"/>
                </a:lnTo>
                <a:lnTo>
                  <a:pt x="1186989" y="96124"/>
                </a:lnTo>
                <a:lnTo>
                  <a:pt x="1194316" y="49340"/>
                </a:lnTo>
                <a:lnTo>
                  <a:pt x="1201643" y="29006"/>
                </a:lnTo>
                <a:lnTo>
                  <a:pt x="1208970" y="57508"/>
                </a:lnTo>
                <a:lnTo>
                  <a:pt x="1216297" y="57547"/>
                </a:lnTo>
                <a:lnTo>
                  <a:pt x="1223625" y="76600"/>
                </a:lnTo>
                <a:lnTo>
                  <a:pt x="1230952" y="76999"/>
                </a:lnTo>
                <a:lnTo>
                  <a:pt x="1238279" y="127436"/>
                </a:lnTo>
                <a:lnTo>
                  <a:pt x="1245606" y="81874"/>
                </a:lnTo>
                <a:lnTo>
                  <a:pt x="1252933" y="97927"/>
                </a:lnTo>
                <a:lnTo>
                  <a:pt x="1260260" y="76735"/>
                </a:lnTo>
                <a:lnTo>
                  <a:pt x="1267587" y="75184"/>
                </a:lnTo>
                <a:lnTo>
                  <a:pt x="1274914" y="28297"/>
                </a:lnTo>
                <a:lnTo>
                  <a:pt x="1282241" y="70733"/>
                </a:lnTo>
                <a:lnTo>
                  <a:pt x="1289568" y="34912"/>
                </a:lnTo>
                <a:lnTo>
                  <a:pt x="1296895" y="27903"/>
                </a:lnTo>
                <a:lnTo>
                  <a:pt x="1304223" y="100811"/>
                </a:lnTo>
                <a:lnTo>
                  <a:pt x="1311550" y="73970"/>
                </a:lnTo>
                <a:lnTo>
                  <a:pt x="1318877" y="130024"/>
                </a:lnTo>
                <a:lnTo>
                  <a:pt x="1326204" y="112515"/>
                </a:lnTo>
                <a:lnTo>
                  <a:pt x="1333531" y="83870"/>
                </a:lnTo>
                <a:lnTo>
                  <a:pt x="1340858" y="129843"/>
                </a:lnTo>
                <a:lnTo>
                  <a:pt x="1348185" y="61958"/>
                </a:lnTo>
                <a:lnTo>
                  <a:pt x="1355512" y="78144"/>
                </a:lnTo>
                <a:lnTo>
                  <a:pt x="1362839" y="107100"/>
                </a:lnTo>
                <a:lnTo>
                  <a:pt x="1370166" y="22719"/>
                </a:lnTo>
                <a:lnTo>
                  <a:pt x="1377493" y="7518"/>
                </a:lnTo>
                <a:lnTo>
                  <a:pt x="1384821" y="65531"/>
                </a:lnTo>
                <a:lnTo>
                  <a:pt x="1392148" y="63076"/>
                </a:lnTo>
                <a:lnTo>
                  <a:pt x="1399475" y="84577"/>
                </a:lnTo>
                <a:lnTo>
                  <a:pt x="1406802" y="121626"/>
                </a:lnTo>
                <a:lnTo>
                  <a:pt x="1414129" y="109343"/>
                </a:lnTo>
                <a:lnTo>
                  <a:pt x="1421456" y="140976"/>
                </a:lnTo>
                <a:lnTo>
                  <a:pt x="1428783" y="102421"/>
                </a:lnTo>
                <a:lnTo>
                  <a:pt x="1436110" y="56157"/>
                </a:lnTo>
                <a:lnTo>
                  <a:pt x="1443437" y="43487"/>
                </a:lnTo>
                <a:lnTo>
                  <a:pt x="1450764" y="111905"/>
                </a:lnTo>
                <a:lnTo>
                  <a:pt x="1458091" y="40497"/>
                </a:lnTo>
                <a:lnTo>
                  <a:pt x="1465419" y="74838"/>
                </a:lnTo>
                <a:lnTo>
                  <a:pt x="1472746" y="83703"/>
                </a:lnTo>
                <a:lnTo>
                  <a:pt x="1480073" y="88261"/>
                </a:lnTo>
                <a:lnTo>
                  <a:pt x="1487400" y="111929"/>
                </a:lnTo>
                <a:lnTo>
                  <a:pt x="1494727" y="123090"/>
                </a:lnTo>
                <a:lnTo>
                  <a:pt x="1502054" y="133166"/>
                </a:lnTo>
                <a:lnTo>
                  <a:pt x="1509381" y="100899"/>
                </a:lnTo>
                <a:lnTo>
                  <a:pt x="1516708" y="60814"/>
                </a:lnTo>
                <a:lnTo>
                  <a:pt x="1524035" y="87942"/>
                </a:lnTo>
                <a:lnTo>
                  <a:pt x="1531362" y="0"/>
                </a:lnTo>
                <a:lnTo>
                  <a:pt x="1538689" y="4457"/>
                </a:lnTo>
                <a:lnTo>
                  <a:pt x="1546017" y="16089"/>
                </a:lnTo>
                <a:lnTo>
                  <a:pt x="1553344" y="68206"/>
                </a:lnTo>
                <a:lnTo>
                  <a:pt x="1560671" y="53897"/>
                </a:lnTo>
                <a:lnTo>
                  <a:pt x="1567998" y="67015"/>
                </a:lnTo>
                <a:lnTo>
                  <a:pt x="1575325" y="79539"/>
                </a:lnTo>
                <a:lnTo>
                  <a:pt x="1582652" y="112748"/>
                </a:lnTo>
                <a:lnTo>
                  <a:pt x="1589979" y="91066"/>
                </a:lnTo>
                <a:lnTo>
                  <a:pt x="1597306" y="97085"/>
                </a:lnTo>
                <a:lnTo>
                  <a:pt x="1604633" y="72083"/>
                </a:lnTo>
                <a:lnTo>
                  <a:pt x="1611960" y="74845"/>
                </a:lnTo>
                <a:lnTo>
                  <a:pt x="1619287" y="109893"/>
                </a:lnTo>
                <a:lnTo>
                  <a:pt x="1626615" y="43108"/>
                </a:lnTo>
                <a:lnTo>
                  <a:pt x="1633942" y="27747"/>
                </a:lnTo>
                <a:lnTo>
                  <a:pt x="1641269" y="34139"/>
                </a:lnTo>
                <a:lnTo>
                  <a:pt x="1648596" y="85558"/>
                </a:lnTo>
                <a:lnTo>
                  <a:pt x="1655923" y="82034"/>
                </a:lnTo>
                <a:lnTo>
                  <a:pt x="1663250" y="159689"/>
                </a:lnTo>
                <a:lnTo>
                  <a:pt x="1670577" y="119673"/>
                </a:lnTo>
                <a:lnTo>
                  <a:pt x="1677904" y="136248"/>
                </a:lnTo>
                <a:lnTo>
                  <a:pt x="1685231" y="100206"/>
                </a:lnTo>
                <a:lnTo>
                  <a:pt x="1692558" y="70055"/>
                </a:lnTo>
                <a:lnTo>
                  <a:pt x="1699885" y="38859"/>
                </a:lnTo>
                <a:lnTo>
                  <a:pt x="1707213" y="66941"/>
                </a:lnTo>
                <a:lnTo>
                  <a:pt x="1714540" y="76238"/>
                </a:lnTo>
                <a:lnTo>
                  <a:pt x="1721867" y="64370"/>
                </a:lnTo>
                <a:lnTo>
                  <a:pt x="1729194" y="54851"/>
                </a:lnTo>
                <a:lnTo>
                  <a:pt x="1736521" y="78222"/>
                </a:lnTo>
                <a:lnTo>
                  <a:pt x="1743848" y="94959"/>
                </a:lnTo>
                <a:lnTo>
                  <a:pt x="1751175" y="122188"/>
                </a:lnTo>
                <a:lnTo>
                  <a:pt x="1758502" y="98575"/>
                </a:lnTo>
                <a:lnTo>
                  <a:pt x="1765829" y="75905"/>
                </a:lnTo>
                <a:lnTo>
                  <a:pt x="1773156" y="49536"/>
                </a:lnTo>
                <a:lnTo>
                  <a:pt x="1780483" y="73637"/>
                </a:lnTo>
                <a:lnTo>
                  <a:pt x="1787811" y="33066"/>
                </a:lnTo>
                <a:lnTo>
                  <a:pt x="1795138" y="38919"/>
                </a:lnTo>
                <a:lnTo>
                  <a:pt x="1802465" y="78739"/>
                </a:lnTo>
                <a:lnTo>
                  <a:pt x="1809792" y="79342"/>
                </a:lnTo>
                <a:lnTo>
                  <a:pt x="1817119" y="72892"/>
                </a:lnTo>
                <a:lnTo>
                  <a:pt x="1824446" y="91093"/>
                </a:lnTo>
                <a:lnTo>
                  <a:pt x="1831773" y="44982"/>
                </a:lnTo>
                <a:lnTo>
                  <a:pt x="1839100" y="57698"/>
                </a:lnTo>
                <a:lnTo>
                  <a:pt x="1846427" y="66386"/>
                </a:lnTo>
                <a:lnTo>
                  <a:pt x="1853754" y="91041"/>
                </a:lnTo>
                <a:lnTo>
                  <a:pt x="1861081" y="70385"/>
                </a:lnTo>
                <a:lnTo>
                  <a:pt x="1868409" y="65829"/>
                </a:lnTo>
                <a:lnTo>
                  <a:pt x="1875736" y="46503"/>
                </a:lnTo>
                <a:lnTo>
                  <a:pt x="1883063" y="46391"/>
                </a:lnTo>
                <a:lnTo>
                  <a:pt x="1890390" y="78396"/>
                </a:lnTo>
                <a:lnTo>
                  <a:pt x="1897717" y="59832"/>
                </a:lnTo>
                <a:lnTo>
                  <a:pt x="1905044" y="91974"/>
                </a:lnTo>
                <a:lnTo>
                  <a:pt x="1912371" y="77995"/>
                </a:lnTo>
                <a:lnTo>
                  <a:pt x="1919698" y="83170"/>
                </a:lnTo>
                <a:lnTo>
                  <a:pt x="1927025" y="88039"/>
                </a:lnTo>
                <a:lnTo>
                  <a:pt x="1934352" y="81658"/>
                </a:lnTo>
                <a:lnTo>
                  <a:pt x="1941679" y="83013"/>
                </a:lnTo>
                <a:lnTo>
                  <a:pt x="1949007" y="74890"/>
                </a:lnTo>
                <a:lnTo>
                  <a:pt x="1956334" y="75850"/>
                </a:lnTo>
                <a:lnTo>
                  <a:pt x="1963661" y="101779"/>
                </a:lnTo>
                <a:lnTo>
                  <a:pt x="1970988" y="62853"/>
                </a:lnTo>
                <a:lnTo>
                  <a:pt x="1978315" y="97537"/>
                </a:lnTo>
                <a:lnTo>
                  <a:pt x="1985642" y="95278"/>
                </a:lnTo>
                <a:lnTo>
                  <a:pt x="1992969" y="122095"/>
                </a:lnTo>
                <a:lnTo>
                  <a:pt x="2000296" y="105837"/>
                </a:lnTo>
                <a:lnTo>
                  <a:pt x="2007623" y="101113"/>
                </a:lnTo>
                <a:lnTo>
                  <a:pt x="2014950" y="89599"/>
                </a:lnTo>
                <a:lnTo>
                  <a:pt x="2022277" y="94737"/>
                </a:lnTo>
                <a:lnTo>
                  <a:pt x="2029605" y="86409"/>
                </a:lnTo>
                <a:lnTo>
                  <a:pt x="2036932" y="54029"/>
                </a:lnTo>
                <a:lnTo>
                  <a:pt x="2044259" y="74846"/>
                </a:lnTo>
                <a:lnTo>
                  <a:pt x="2051586" y="65871"/>
                </a:lnTo>
                <a:lnTo>
                  <a:pt x="2058913" y="65438"/>
                </a:lnTo>
                <a:lnTo>
                  <a:pt x="2066240" y="59237"/>
                </a:lnTo>
                <a:lnTo>
                  <a:pt x="2073567" y="61287"/>
                </a:lnTo>
                <a:lnTo>
                  <a:pt x="2080894" y="107446"/>
                </a:lnTo>
                <a:lnTo>
                  <a:pt x="2088221" y="72400"/>
                </a:lnTo>
                <a:lnTo>
                  <a:pt x="2095548" y="103294"/>
                </a:lnTo>
                <a:lnTo>
                  <a:pt x="2102875" y="81087"/>
                </a:lnTo>
                <a:lnTo>
                  <a:pt x="2110203" y="85445"/>
                </a:lnTo>
                <a:lnTo>
                  <a:pt x="2117530" y="65365"/>
                </a:lnTo>
                <a:lnTo>
                  <a:pt x="2124857" y="65312"/>
                </a:lnTo>
                <a:lnTo>
                  <a:pt x="2132184" y="76923"/>
                </a:lnTo>
                <a:lnTo>
                  <a:pt x="2139511" y="64266"/>
                </a:lnTo>
                <a:lnTo>
                  <a:pt x="2146838" y="91773"/>
                </a:lnTo>
                <a:lnTo>
                  <a:pt x="2154165" y="71496"/>
                </a:lnTo>
                <a:lnTo>
                  <a:pt x="2161492" y="70354"/>
                </a:lnTo>
                <a:lnTo>
                  <a:pt x="2168819" y="70176"/>
                </a:lnTo>
                <a:lnTo>
                  <a:pt x="2176146" y="85303"/>
                </a:lnTo>
                <a:lnTo>
                  <a:pt x="2183473" y="104027"/>
                </a:lnTo>
                <a:lnTo>
                  <a:pt x="2190801" y="89377"/>
                </a:lnTo>
                <a:lnTo>
                  <a:pt x="2198128" y="70084"/>
                </a:lnTo>
                <a:lnTo>
                  <a:pt x="2205455" y="98920"/>
                </a:lnTo>
                <a:lnTo>
                  <a:pt x="2212782" y="78998"/>
                </a:lnTo>
                <a:lnTo>
                  <a:pt x="2220109" y="108552"/>
                </a:lnTo>
                <a:lnTo>
                  <a:pt x="2227436" y="73595"/>
                </a:lnTo>
                <a:lnTo>
                  <a:pt x="2234763" y="71372"/>
                </a:lnTo>
                <a:lnTo>
                  <a:pt x="2242090" y="103813"/>
                </a:lnTo>
                <a:lnTo>
                  <a:pt x="2249417" y="74894"/>
                </a:lnTo>
                <a:lnTo>
                  <a:pt x="2256744" y="91486"/>
                </a:lnTo>
                <a:lnTo>
                  <a:pt x="2264071" y="92392"/>
                </a:lnTo>
                <a:lnTo>
                  <a:pt x="2271399" y="93739"/>
                </a:lnTo>
                <a:lnTo>
                  <a:pt x="2278726" y="102982"/>
                </a:lnTo>
                <a:lnTo>
                  <a:pt x="2286053" y="100674"/>
                </a:lnTo>
                <a:lnTo>
                  <a:pt x="2293380" y="89216"/>
                </a:lnTo>
                <a:lnTo>
                  <a:pt x="2300707" y="97986"/>
                </a:lnTo>
                <a:lnTo>
                  <a:pt x="2308034" y="83749"/>
                </a:lnTo>
                <a:lnTo>
                  <a:pt x="2315361" y="90446"/>
                </a:lnTo>
                <a:lnTo>
                  <a:pt x="2322688" y="101575"/>
                </a:lnTo>
                <a:lnTo>
                  <a:pt x="2330015" y="78158"/>
                </a:lnTo>
                <a:lnTo>
                  <a:pt x="2337342" y="96233"/>
                </a:lnTo>
                <a:lnTo>
                  <a:pt x="2344669" y="75748"/>
                </a:lnTo>
                <a:lnTo>
                  <a:pt x="2351996" y="110076"/>
                </a:lnTo>
                <a:lnTo>
                  <a:pt x="2359324" y="75415"/>
                </a:lnTo>
                <a:lnTo>
                  <a:pt x="2366651" y="82453"/>
                </a:lnTo>
                <a:lnTo>
                  <a:pt x="2373978" y="76181"/>
                </a:lnTo>
                <a:lnTo>
                  <a:pt x="2381305" y="77819"/>
                </a:lnTo>
                <a:lnTo>
                  <a:pt x="2388632" y="68811"/>
                </a:lnTo>
                <a:lnTo>
                  <a:pt x="2395959" y="59496"/>
                </a:lnTo>
                <a:lnTo>
                  <a:pt x="2403286" y="50293"/>
                </a:lnTo>
                <a:lnTo>
                  <a:pt x="2410613" y="67554"/>
                </a:lnTo>
                <a:lnTo>
                  <a:pt x="2417940" y="69717"/>
                </a:lnTo>
                <a:lnTo>
                  <a:pt x="2425267" y="69309"/>
                </a:lnTo>
                <a:lnTo>
                  <a:pt x="2432594" y="97575"/>
                </a:lnTo>
                <a:lnTo>
                  <a:pt x="2439922" y="88877"/>
                </a:lnTo>
                <a:lnTo>
                  <a:pt x="2447249" y="68466"/>
                </a:lnTo>
                <a:lnTo>
                  <a:pt x="2454576" y="75031"/>
                </a:lnTo>
                <a:lnTo>
                  <a:pt x="2461903" y="73288"/>
                </a:lnTo>
                <a:lnTo>
                  <a:pt x="2469230" y="80030"/>
                </a:lnTo>
                <a:lnTo>
                  <a:pt x="2476557" y="60882"/>
                </a:lnTo>
                <a:lnTo>
                  <a:pt x="2483884" y="94522"/>
                </a:lnTo>
                <a:lnTo>
                  <a:pt x="2491211" y="85573"/>
                </a:lnTo>
                <a:lnTo>
                  <a:pt x="2498538" y="62720"/>
                </a:lnTo>
                <a:lnTo>
                  <a:pt x="2505865" y="90194"/>
                </a:lnTo>
                <a:lnTo>
                  <a:pt x="2513192" y="80330"/>
                </a:lnTo>
                <a:lnTo>
                  <a:pt x="2520520" y="87540"/>
                </a:lnTo>
                <a:lnTo>
                  <a:pt x="2527847" y="105389"/>
                </a:lnTo>
                <a:lnTo>
                  <a:pt x="2535174" y="66993"/>
                </a:lnTo>
                <a:lnTo>
                  <a:pt x="2542501" y="65643"/>
                </a:lnTo>
                <a:lnTo>
                  <a:pt x="2549828" y="103200"/>
                </a:lnTo>
                <a:lnTo>
                  <a:pt x="2557155" y="86744"/>
                </a:lnTo>
                <a:lnTo>
                  <a:pt x="2564482" y="68640"/>
                </a:lnTo>
                <a:lnTo>
                  <a:pt x="2571809" y="76254"/>
                </a:lnTo>
                <a:lnTo>
                  <a:pt x="2579136" y="84892"/>
                </a:lnTo>
                <a:lnTo>
                  <a:pt x="2586463" y="73244"/>
                </a:lnTo>
                <a:lnTo>
                  <a:pt x="2593790" y="93922"/>
                </a:lnTo>
                <a:lnTo>
                  <a:pt x="2601118" y="88786"/>
                </a:lnTo>
                <a:lnTo>
                  <a:pt x="2608445" y="90160"/>
                </a:lnTo>
                <a:lnTo>
                  <a:pt x="2615772" y="82351"/>
                </a:lnTo>
                <a:lnTo>
                  <a:pt x="2623099" y="71351"/>
                </a:lnTo>
                <a:lnTo>
                  <a:pt x="2630426" y="69596"/>
                </a:lnTo>
                <a:lnTo>
                  <a:pt x="2637753" y="62990"/>
                </a:lnTo>
                <a:lnTo>
                  <a:pt x="2645080" y="85574"/>
                </a:lnTo>
                <a:lnTo>
                  <a:pt x="2652407" y="96108"/>
                </a:lnTo>
                <a:lnTo>
                  <a:pt x="2659734" y="82157"/>
                </a:lnTo>
                <a:lnTo>
                  <a:pt x="2667061" y="63891"/>
                </a:lnTo>
                <a:lnTo>
                  <a:pt x="2674388" y="76418"/>
                </a:lnTo>
                <a:lnTo>
                  <a:pt x="2681716" y="61875"/>
                </a:lnTo>
                <a:lnTo>
                  <a:pt x="2689043" y="70084"/>
                </a:lnTo>
                <a:lnTo>
                  <a:pt x="2696370" y="71041"/>
                </a:lnTo>
                <a:lnTo>
                  <a:pt x="2703697" y="64730"/>
                </a:lnTo>
                <a:lnTo>
                  <a:pt x="2711024" y="77320"/>
                </a:lnTo>
                <a:lnTo>
                  <a:pt x="2718351" y="89746"/>
                </a:lnTo>
                <a:lnTo>
                  <a:pt x="2725678" y="84379"/>
                </a:lnTo>
                <a:lnTo>
                  <a:pt x="2733005" y="91411"/>
                </a:lnTo>
                <a:lnTo>
                  <a:pt x="2740332" y="76425"/>
                </a:lnTo>
                <a:lnTo>
                  <a:pt x="2747659" y="42940"/>
                </a:lnTo>
                <a:lnTo>
                  <a:pt x="2754986" y="84452"/>
                </a:lnTo>
                <a:lnTo>
                  <a:pt x="2762314" y="78084"/>
                </a:lnTo>
                <a:lnTo>
                  <a:pt x="2769641" y="63156"/>
                </a:lnTo>
                <a:lnTo>
                  <a:pt x="2776968" y="56340"/>
                </a:lnTo>
                <a:lnTo>
                  <a:pt x="2784295" y="98666"/>
                </a:lnTo>
                <a:lnTo>
                  <a:pt x="2791622" y="87085"/>
                </a:lnTo>
                <a:lnTo>
                  <a:pt x="2798949" y="91701"/>
                </a:lnTo>
                <a:lnTo>
                  <a:pt x="2806276" y="88688"/>
                </a:lnTo>
                <a:lnTo>
                  <a:pt x="2813603" y="119265"/>
                </a:lnTo>
                <a:lnTo>
                  <a:pt x="2820930" y="75012"/>
                </a:lnTo>
                <a:lnTo>
                  <a:pt x="2828257" y="81340"/>
                </a:lnTo>
                <a:lnTo>
                  <a:pt x="2835584" y="76078"/>
                </a:lnTo>
                <a:lnTo>
                  <a:pt x="2842912" y="78763"/>
                </a:lnTo>
                <a:lnTo>
                  <a:pt x="2850239" y="99938"/>
                </a:lnTo>
                <a:lnTo>
                  <a:pt x="2857566" y="83833"/>
                </a:lnTo>
                <a:lnTo>
                  <a:pt x="2864893" y="110133"/>
                </a:lnTo>
                <a:lnTo>
                  <a:pt x="2872220" y="57534"/>
                </a:lnTo>
                <a:lnTo>
                  <a:pt x="2879547" y="79616"/>
                </a:lnTo>
                <a:lnTo>
                  <a:pt x="2886874" y="108697"/>
                </a:lnTo>
                <a:lnTo>
                  <a:pt x="2894201" y="99522"/>
                </a:lnTo>
                <a:lnTo>
                  <a:pt x="2901528" y="72254"/>
                </a:lnTo>
                <a:lnTo>
                  <a:pt x="2908855" y="69960"/>
                </a:lnTo>
                <a:lnTo>
                  <a:pt x="2916182" y="77992"/>
                </a:lnTo>
                <a:lnTo>
                  <a:pt x="2923510" y="74739"/>
                </a:lnTo>
                <a:lnTo>
                  <a:pt x="2930837" y="64285"/>
                </a:lnTo>
                <a:lnTo>
                  <a:pt x="2938164" y="74114"/>
                </a:lnTo>
                <a:lnTo>
                  <a:pt x="2945491" y="84615"/>
                </a:lnTo>
                <a:lnTo>
                  <a:pt x="2952818" y="67459"/>
                </a:lnTo>
                <a:lnTo>
                  <a:pt x="2960145" y="69640"/>
                </a:lnTo>
                <a:lnTo>
                  <a:pt x="2967472" y="86007"/>
                </a:lnTo>
                <a:lnTo>
                  <a:pt x="2974799" y="53068"/>
                </a:lnTo>
                <a:lnTo>
                  <a:pt x="2982126" y="68818"/>
                </a:lnTo>
                <a:lnTo>
                  <a:pt x="2989453" y="51122"/>
                </a:lnTo>
                <a:lnTo>
                  <a:pt x="2996780" y="93012"/>
                </a:lnTo>
                <a:lnTo>
                  <a:pt x="3004108" y="65828"/>
                </a:lnTo>
                <a:lnTo>
                  <a:pt x="3011435" y="68195"/>
                </a:lnTo>
                <a:lnTo>
                  <a:pt x="3018762" y="60331"/>
                </a:lnTo>
                <a:lnTo>
                  <a:pt x="3026089" y="61491"/>
                </a:lnTo>
                <a:lnTo>
                  <a:pt x="3033416" y="67121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1380B836-E8CB-4802-B4D8-CD567B5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2397749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3</a:t>
            </a:r>
          </a:p>
        </p:txBody>
      </p:sp>
      <p:sp>
        <p:nvSpPr>
          <p:cNvPr id="4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167FB1A-EAEA-4B9A-BD0F-A7FC187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2393822"/>
            <a:ext cx="3033416" cy="166474"/>
          </a:xfrm>
          <a:custGeom xmlns:a="http://schemas.openxmlformats.org/drawingml/2006/main">
            <a:rect l="l" t="t" r="r" b="b"/>
            <a:pathLst>
              <a:path w="3033416" h="166474">
                <a:moveTo>
                  <a:pt x="0" y="84352"/>
                </a:moveTo>
                <a:lnTo>
                  <a:pt x="7328" y="121616"/>
                </a:lnTo>
                <a:lnTo>
                  <a:pt x="14655" y="113186"/>
                </a:lnTo>
                <a:lnTo>
                  <a:pt x="21982" y="114321"/>
                </a:lnTo>
                <a:lnTo>
                  <a:pt x="29309" y="108239"/>
                </a:lnTo>
                <a:lnTo>
                  <a:pt x="36636" y="103349"/>
                </a:lnTo>
                <a:lnTo>
                  <a:pt x="43963" y="92946"/>
                </a:lnTo>
                <a:lnTo>
                  <a:pt x="51290" y="103919"/>
                </a:lnTo>
                <a:lnTo>
                  <a:pt x="58617" y="77354"/>
                </a:lnTo>
                <a:lnTo>
                  <a:pt x="65944" y="79225"/>
                </a:lnTo>
                <a:lnTo>
                  <a:pt x="73271" y="66804"/>
                </a:lnTo>
                <a:lnTo>
                  <a:pt x="80598" y="79206"/>
                </a:lnTo>
                <a:lnTo>
                  <a:pt x="87926" y="83846"/>
                </a:lnTo>
                <a:lnTo>
                  <a:pt x="95253" y="105349"/>
                </a:lnTo>
                <a:lnTo>
                  <a:pt x="102580" y="119333"/>
                </a:lnTo>
                <a:lnTo>
                  <a:pt x="109907" y="85837"/>
                </a:lnTo>
                <a:lnTo>
                  <a:pt x="117234" y="98413"/>
                </a:lnTo>
                <a:lnTo>
                  <a:pt x="124561" y="109163"/>
                </a:lnTo>
                <a:lnTo>
                  <a:pt x="131888" y="105125"/>
                </a:lnTo>
                <a:lnTo>
                  <a:pt x="139215" y="87270"/>
                </a:lnTo>
                <a:lnTo>
                  <a:pt x="146542" y="97107"/>
                </a:lnTo>
                <a:lnTo>
                  <a:pt x="153869" y="85065"/>
                </a:lnTo>
                <a:lnTo>
                  <a:pt x="161196" y="81608"/>
                </a:lnTo>
                <a:lnTo>
                  <a:pt x="168523" y="95967"/>
                </a:lnTo>
                <a:lnTo>
                  <a:pt x="175851" y="126759"/>
                </a:lnTo>
                <a:lnTo>
                  <a:pt x="183178" y="136661"/>
                </a:lnTo>
                <a:lnTo>
                  <a:pt x="190505" y="114765"/>
                </a:lnTo>
                <a:lnTo>
                  <a:pt x="197832" y="124217"/>
                </a:lnTo>
                <a:lnTo>
                  <a:pt x="205159" y="139069"/>
                </a:lnTo>
                <a:lnTo>
                  <a:pt x="212486" y="118768"/>
                </a:lnTo>
                <a:lnTo>
                  <a:pt x="219813" y="120613"/>
                </a:lnTo>
                <a:lnTo>
                  <a:pt x="227140" y="114164"/>
                </a:lnTo>
                <a:lnTo>
                  <a:pt x="234467" y="101104"/>
                </a:lnTo>
                <a:lnTo>
                  <a:pt x="241794" y="111003"/>
                </a:lnTo>
                <a:lnTo>
                  <a:pt x="249121" y="110627"/>
                </a:lnTo>
                <a:lnTo>
                  <a:pt x="256449" y="104392"/>
                </a:lnTo>
                <a:lnTo>
                  <a:pt x="263776" y="110104"/>
                </a:lnTo>
                <a:lnTo>
                  <a:pt x="271103" y="114086"/>
                </a:lnTo>
                <a:lnTo>
                  <a:pt x="278430" y="115868"/>
                </a:lnTo>
                <a:lnTo>
                  <a:pt x="285757" y="93342"/>
                </a:lnTo>
                <a:lnTo>
                  <a:pt x="293084" y="101792"/>
                </a:lnTo>
                <a:lnTo>
                  <a:pt x="300411" y="113538"/>
                </a:lnTo>
                <a:lnTo>
                  <a:pt x="307738" y="118992"/>
                </a:lnTo>
                <a:lnTo>
                  <a:pt x="315065" y="75578"/>
                </a:lnTo>
                <a:lnTo>
                  <a:pt x="322392" y="81698"/>
                </a:lnTo>
                <a:lnTo>
                  <a:pt x="329719" y="66323"/>
                </a:lnTo>
                <a:lnTo>
                  <a:pt x="337047" y="85173"/>
                </a:lnTo>
                <a:lnTo>
                  <a:pt x="344374" y="52708"/>
                </a:lnTo>
                <a:lnTo>
                  <a:pt x="351701" y="89464"/>
                </a:lnTo>
                <a:lnTo>
                  <a:pt x="359028" y="67205"/>
                </a:lnTo>
                <a:lnTo>
                  <a:pt x="366355" y="98100"/>
                </a:lnTo>
                <a:lnTo>
                  <a:pt x="373682" y="71356"/>
                </a:lnTo>
                <a:lnTo>
                  <a:pt x="381009" y="88081"/>
                </a:lnTo>
                <a:lnTo>
                  <a:pt x="388336" y="69092"/>
                </a:lnTo>
                <a:lnTo>
                  <a:pt x="395663" y="115549"/>
                </a:lnTo>
                <a:lnTo>
                  <a:pt x="402990" y="74321"/>
                </a:lnTo>
                <a:lnTo>
                  <a:pt x="410317" y="86174"/>
                </a:lnTo>
                <a:lnTo>
                  <a:pt x="417645" y="97237"/>
                </a:lnTo>
                <a:lnTo>
                  <a:pt x="424972" y="78990"/>
                </a:lnTo>
                <a:lnTo>
                  <a:pt x="432299" y="104056"/>
                </a:lnTo>
                <a:lnTo>
                  <a:pt x="439626" y="77758"/>
                </a:lnTo>
                <a:lnTo>
                  <a:pt x="446953" y="95296"/>
                </a:lnTo>
                <a:lnTo>
                  <a:pt x="454280" y="120839"/>
                </a:lnTo>
                <a:lnTo>
                  <a:pt x="461607" y="111706"/>
                </a:lnTo>
                <a:lnTo>
                  <a:pt x="468934" y="106682"/>
                </a:lnTo>
                <a:lnTo>
                  <a:pt x="476261" y="114880"/>
                </a:lnTo>
                <a:lnTo>
                  <a:pt x="483588" y="114355"/>
                </a:lnTo>
                <a:lnTo>
                  <a:pt x="490915" y="88259"/>
                </a:lnTo>
                <a:lnTo>
                  <a:pt x="498243" y="91912"/>
                </a:lnTo>
                <a:lnTo>
                  <a:pt x="505570" y="84030"/>
                </a:lnTo>
                <a:lnTo>
                  <a:pt x="512897" y="110179"/>
                </a:lnTo>
                <a:lnTo>
                  <a:pt x="520224" y="100128"/>
                </a:lnTo>
                <a:lnTo>
                  <a:pt x="527551" y="84449"/>
                </a:lnTo>
                <a:lnTo>
                  <a:pt x="534878" y="110180"/>
                </a:lnTo>
                <a:lnTo>
                  <a:pt x="542205" y="111358"/>
                </a:lnTo>
                <a:lnTo>
                  <a:pt x="549532" y="122504"/>
                </a:lnTo>
                <a:lnTo>
                  <a:pt x="556859" y="75754"/>
                </a:lnTo>
                <a:lnTo>
                  <a:pt x="564186" y="116162"/>
                </a:lnTo>
                <a:lnTo>
                  <a:pt x="571513" y="128239"/>
                </a:lnTo>
                <a:lnTo>
                  <a:pt x="578841" y="85454"/>
                </a:lnTo>
                <a:lnTo>
                  <a:pt x="586168" y="102620"/>
                </a:lnTo>
                <a:lnTo>
                  <a:pt x="593495" y="76299"/>
                </a:lnTo>
                <a:lnTo>
                  <a:pt x="600822" y="73147"/>
                </a:lnTo>
                <a:lnTo>
                  <a:pt x="608149" y="68754"/>
                </a:lnTo>
                <a:lnTo>
                  <a:pt x="615476" y="85082"/>
                </a:lnTo>
                <a:lnTo>
                  <a:pt x="622803" y="99457"/>
                </a:lnTo>
                <a:lnTo>
                  <a:pt x="630130" y="66969"/>
                </a:lnTo>
                <a:lnTo>
                  <a:pt x="637457" y="86943"/>
                </a:lnTo>
                <a:lnTo>
                  <a:pt x="644784" y="110841"/>
                </a:lnTo>
                <a:lnTo>
                  <a:pt x="652111" y="84260"/>
                </a:lnTo>
                <a:lnTo>
                  <a:pt x="659439" y="102920"/>
                </a:lnTo>
                <a:lnTo>
                  <a:pt x="666766" y="65221"/>
                </a:lnTo>
                <a:lnTo>
                  <a:pt x="674093" y="95210"/>
                </a:lnTo>
                <a:lnTo>
                  <a:pt x="681420" y="44455"/>
                </a:lnTo>
                <a:lnTo>
                  <a:pt x="688747" y="98506"/>
                </a:lnTo>
                <a:lnTo>
                  <a:pt x="696074" y="93366"/>
                </a:lnTo>
                <a:lnTo>
                  <a:pt x="703401" y="67779"/>
                </a:lnTo>
                <a:lnTo>
                  <a:pt x="710728" y="122298"/>
                </a:lnTo>
                <a:lnTo>
                  <a:pt x="718055" y="101113"/>
                </a:lnTo>
                <a:lnTo>
                  <a:pt x="725382" y="112335"/>
                </a:lnTo>
                <a:lnTo>
                  <a:pt x="732709" y="116520"/>
                </a:lnTo>
                <a:lnTo>
                  <a:pt x="740037" y="109421"/>
                </a:lnTo>
                <a:lnTo>
                  <a:pt x="747364" y="106141"/>
                </a:lnTo>
                <a:lnTo>
                  <a:pt x="754691" y="97714"/>
                </a:lnTo>
                <a:lnTo>
                  <a:pt x="762018" y="79870"/>
                </a:lnTo>
                <a:lnTo>
                  <a:pt x="769345" y="81846"/>
                </a:lnTo>
                <a:lnTo>
                  <a:pt x="776672" y="116094"/>
                </a:lnTo>
                <a:lnTo>
                  <a:pt x="783999" y="94718"/>
                </a:lnTo>
                <a:lnTo>
                  <a:pt x="791326" y="100505"/>
                </a:lnTo>
                <a:lnTo>
                  <a:pt x="798653" y="93819"/>
                </a:lnTo>
                <a:lnTo>
                  <a:pt x="805980" y="110113"/>
                </a:lnTo>
                <a:lnTo>
                  <a:pt x="813307" y="121880"/>
                </a:lnTo>
                <a:lnTo>
                  <a:pt x="820635" y="119044"/>
                </a:lnTo>
                <a:lnTo>
                  <a:pt x="827962" y="95467"/>
                </a:lnTo>
                <a:lnTo>
                  <a:pt x="835289" y="104122"/>
                </a:lnTo>
                <a:lnTo>
                  <a:pt x="842616" y="116140"/>
                </a:lnTo>
                <a:lnTo>
                  <a:pt x="849943" y="104964"/>
                </a:lnTo>
                <a:lnTo>
                  <a:pt x="857270" y="106201"/>
                </a:lnTo>
                <a:lnTo>
                  <a:pt x="864597" y="79693"/>
                </a:lnTo>
                <a:lnTo>
                  <a:pt x="871924" y="59735"/>
                </a:lnTo>
                <a:lnTo>
                  <a:pt x="879251" y="101863"/>
                </a:lnTo>
                <a:lnTo>
                  <a:pt x="886578" y="77037"/>
                </a:lnTo>
                <a:lnTo>
                  <a:pt x="893905" y="89741"/>
                </a:lnTo>
                <a:lnTo>
                  <a:pt x="901233" y="73071"/>
                </a:lnTo>
                <a:lnTo>
                  <a:pt x="908560" y="102443"/>
                </a:lnTo>
                <a:lnTo>
                  <a:pt x="915887" y="81325"/>
                </a:lnTo>
                <a:lnTo>
                  <a:pt x="923214" y="81762"/>
                </a:lnTo>
                <a:lnTo>
                  <a:pt x="930541" y="89334"/>
                </a:lnTo>
                <a:lnTo>
                  <a:pt x="937868" y="88779"/>
                </a:lnTo>
                <a:lnTo>
                  <a:pt x="945195" y="108508"/>
                </a:lnTo>
                <a:lnTo>
                  <a:pt x="952522" y="70813"/>
                </a:lnTo>
                <a:lnTo>
                  <a:pt x="959849" y="91236"/>
                </a:lnTo>
                <a:lnTo>
                  <a:pt x="967176" y="99494"/>
                </a:lnTo>
                <a:lnTo>
                  <a:pt x="974503" y="66356"/>
                </a:lnTo>
                <a:lnTo>
                  <a:pt x="981831" y="69824"/>
                </a:lnTo>
                <a:lnTo>
                  <a:pt x="989158" y="88642"/>
                </a:lnTo>
                <a:lnTo>
                  <a:pt x="996485" y="124336"/>
                </a:lnTo>
                <a:lnTo>
                  <a:pt x="1003812" y="114243"/>
                </a:lnTo>
                <a:lnTo>
                  <a:pt x="1011139" y="113497"/>
                </a:lnTo>
                <a:lnTo>
                  <a:pt x="1018466" y="108289"/>
                </a:lnTo>
                <a:lnTo>
                  <a:pt x="1025793" y="115214"/>
                </a:lnTo>
                <a:lnTo>
                  <a:pt x="1033120" y="96174"/>
                </a:lnTo>
                <a:lnTo>
                  <a:pt x="1040447" y="103152"/>
                </a:lnTo>
                <a:lnTo>
                  <a:pt x="1047774" y="107560"/>
                </a:lnTo>
                <a:lnTo>
                  <a:pt x="1055101" y="72687"/>
                </a:lnTo>
                <a:lnTo>
                  <a:pt x="1062429" y="96514"/>
                </a:lnTo>
                <a:lnTo>
                  <a:pt x="1069756" y="121030"/>
                </a:lnTo>
                <a:lnTo>
                  <a:pt x="1077083" y="109185"/>
                </a:lnTo>
                <a:lnTo>
                  <a:pt x="1084410" y="113420"/>
                </a:lnTo>
                <a:lnTo>
                  <a:pt x="1091737" y="107295"/>
                </a:lnTo>
                <a:lnTo>
                  <a:pt x="1099064" y="115645"/>
                </a:lnTo>
                <a:lnTo>
                  <a:pt x="1106391" y="115615"/>
                </a:lnTo>
                <a:lnTo>
                  <a:pt x="1113718" y="116903"/>
                </a:lnTo>
                <a:lnTo>
                  <a:pt x="1121045" y="114620"/>
                </a:lnTo>
                <a:lnTo>
                  <a:pt x="1128372" y="111877"/>
                </a:lnTo>
                <a:lnTo>
                  <a:pt x="1135699" y="95216"/>
                </a:lnTo>
                <a:lnTo>
                  <a:pt x="1143027" y="76066"/>
                </a:lnTo>
                <a:lnTo>
                  <a:pt x="1150354" y="115586"/>
                </a:lnTo>
                <a:lnTo>
                  <a:pt x="1157681" y="100223"/>
                </a:lnTo>
                <a:lnTo>
                  <a:pt x="1165008" y="104144"/>
                </a:lnTo>
                <a:lnTo>
                  <a:pt x="1172335" y="107585"/>
                </a:lnTo>
                <a:lnTo>
                  <a:pt x="1179662" y="86817"/>
                </a:lnTo>
                <a:lnTo>
                  <a:pt x="1186989" y="119011"/>
                </a:lnTo>
                <a:lnTo>
                  <a:pt x="1194316" y="94113"/>
                </a:lnTo>
                <a:lnTo>
                  <a:pt x="1201643" y="72605"/>
                </a:lnTo>
                <a:lnTo>
                  <a:pt x="1208970" y="61590"/>
                </a:lnTo>
                <a:lnTo>
                  <a:pt x="1216297" y="38760"/>
                </a:lnTo>
                <a:lnTo>
                  <a:pt x="1223625" y="97115"/>
                </a:lnTo>
                <a:lnTo>
                  <a:pt x="1230952" y="132919"/>
                </a:lnTo>
                <a:lnTo>
                  <a:pt x="1238279" y="108334"/>
                </a:lnTo>
                <a:lnTo>
                  <a:pt x="1245606" y="149757"/>
                </a:lnTo>
                <a:lnTo>
                  <a:pt x="1252933" y="126347"/>
                </a:lnTo>
                <a:lnTo>
                  <a:pt x="1260260" y="88944"/>
                </a:lnTo>
                <a:lnTo>
                  <a:pt x="1267587" y="77385"/>
                </a:lnTo>
                <a:lnTo>
                  <a:pt x="1274914" y="0"/>
                </a:lnTo>
                <a:lnTo>
                  <a:pt x="1282241" y="79546"/>
                </a:lnTo>
                <a:lnTo>
                  <a:pt x="1289568" y="71140"/>
                </a:lnTo>
                <a:lnTo>
                  <a:pt x="1296895" y="71834"/>
                </a:lnTo>
                <a:lnTo>
                  <a:pt x="1304223" y="116698"/>
                </a:lnTo>
                <a:lnTo>
                  <a:pt x="1311550" y="124559"/>
                </a:lnTo>
                <a:lnTo>
                  <a:pt x="1318877" y="165236"/>
                </a:lnTo>
                <a:lnTo>
                  <a:pt x="1326204" y="161715"/>
                </a:lnTo>
                <a:lnTo>
                  <a:pt x="1333531" y="115757"/>
                </a:lnTo>
                <a:lnTo>
                  <a:pt x="1340858" y="74358"/>
                </a:lnTo>
                <a:lnTo>
                  <a:pt x="1348185" y="101323"/>
                </a:lnTo>
                <a:lnTo>
                  <a:pt x="1355512" y="96096"/>
                </a:lnTo>
                <a:lnTo>
                  <a:pt x="1362839" y="70015"/>
                </a:lnTo>
                <a:lnTo>
                  <a:pt x="1370166" y="104400"/>
                </a:lnTo>
                <a:lnTo>
                  <a:pt x="1377493" y="83436"/>
                </a:lnTo>
                <a:lnTo>
                  <a:pt x="1384821" y="78683"/>
                </a:lnTo>
                <a:lnTo>
                  <a:pt x="1392148" y="73593"/>
                </a:lnTo>
                <a:lnTo>
                  <a:pt x="1399475" y="111436"/>
                </a:lnTo>
                <a:lnTo>
                  <a:pt x="1406802" y="95221"/>
                </a:lnTo>
                <a:lnTo>
                  <a:pt x="1414129" y="148120"/>
                </a:lnTo>
                <a:lnTo>
                  <a:pt x="1421456" y="82446"/>
                </a:lnTo>
                <a:lnTo>
                  <a:pt x="1428783" y="24696"/>
                </a:lnTo>
                <a:lnTo>
                  <a:pt x="1436110" y="90901"/>
                </a:lnTo>
                <a:lnTo>
                  <a:pt x="1443437" y="38804"/>
                </a:lnTo>
                <a:lnTo>
                  <a:pt x="1450764" y="49527"/>
                </a:lnTo>
                <a:lnTo>
                  <a:pt x="1458091" y="41973"/>
                </a:lnTo>
                <a:lnTo>
                  <a:pt x="1465419" y="48447"/>
                </a:lnTo>
                <a:lnTo>
                  <a:pt x="1472746" y="81530"/>
                </a:lnTo>
                <a:lnTo>
                  <a:pt x="1480073" y="140055"/>
                </a:lnTo>
                <a:lnTo>
                  <a:pt x="1487400" y="86370"/>
                </a:lnTo>
                <a:lnTo>
                  <a:pt x="1494727" y="105414"/>
                </a:lnTo>
                <a:lnTo>
                  <a:pt x="1502054" y="81568"/>
                </a:lnTo>
                <a:lnTo>
                  <a:pt x="1509381" y="129288"/>
                </a:lnTo>
                <a:lnTo>
                  <a:pt x="1516708" y="52442"/>
                </a:lnTo>
                <a:lnTo>
                  <a:pt x="1524035" y="37008"/>
                </a:lnTo>
                <a:lnTo>
                  <a:pt x="1531362" y="50263"/>
                </a:lnTo>
                <a:lnTo>
                  <a:pt x="1538689" y="61642"/>
                </a:lnTo>
                <a:lnTo>
                  <a:pt x="1546017" y="51769"/>
                </a:lnTo>
                <a:lnTo>
                  <a:pt x="1553344" y="37921"/>
                </a:lnTo>
                <a:lnTo>
                  <a:pt x="1560671" y="102420"/>
                </a:lnTo>
                <a:lnTo>
                  <a:pt x="1567998" y="116511"/>
                </a:lnTo>
                <a:lnTo>
                  <a:pt x="1575325" y="103406"/>
                </a:lnTo>
                <a:lnTo>
                  <a:pt x="1582652" y="74921"/>
                </a:lnTo>
                <a:lnTo>
                  <a:pt x="1589979" y="166474"/>
                </a:lnTo>
                <a:lnTo>
                  <a:pt x="1597306" y="80457"/>
                </a:lnTo>
                <a:lnTo>
                  <a:pt x="1604633" y="111992"/>
                </a:lnTo>
                <a:lnTo>
                  <a:pt x="1611960" y="49775"/>
                </a:lnTo>
                <a:lnTo>
                  <a:pt x="1619287" y="86501"/>
                </a:lnTo>
                <a:lnTo>
                  <a:pt x="1626615" y="108459"/>
                </a:lnTo>
                <a:lnTo>
                  <a:pt x="1633942" y="115065"/>
                </a:lnTo>
                <a:lnTo>
                  <a:pt x="1641269" y="152712"/>
                </a:lnTo>
                <a:lnTo>
                  <a:pt x="1648596" y="116220"/>
                </a:lnTo>
                <a:lnTo>
                  <a:pt x="1655923" y="118682"/>
                </a:lnTo>
                <a:lnTo>
                  <a:pt x="1663250" y="136663"/>
                </a:lnTo>
                <a:lnTo>
                  <a:pt x="1670577" y="116281"/>
                </a:lnTo>
                <a:lnTo>
                  <a:pt x="1677904" y="106914"/>
                </a:lnTo>
                <a:lnTo>
                  <a:pt x="1685231" y="118090"/>
                </a:lnTo>
                <a:lnTo>
                  <a:pt x="1692558" y="101244"/>
                </a:lnTo>
                <a:lnTo>
                  <a:pt x="1699885" y="49432"/>
                </a:lnTo>
                <a:lnTo>
                  <a:pt x="1707213" y="42982"/>
                </a:lnTo>
                <a:lnTo>
                  <a:pt x="1714540" y="140014"/>
                </a:lnTo>
                <a:lnTo>
                  <a:pt x="1721867" y="100369"/>
                </a:lnTo>
                <a:lnTo>
                  <a:pt x="1729194" y="103669"/>
                </a:lnTo>
                <a:lnTo>
                  <a:pt x="1736521" y="119458"/>
                </a:lnTo>
                <a:lnTo>
                  <a:pt x="1743848" y="116483"/>
                </a:lnTo>
                <a:lnTo>
                  <a:pt x="1751175" y="99720"/>
                </a:lnTo>
                <a:lnTo>
                  <a:pt x="1758502" y="104717"/>
                </a:lnTo>
                <a:lnTo>
                  <a:pt x="1765829" y="74588"/>
                </a:lnTo>
                <a:lnTo>
                  <a:pt x="1773156" y="48749"/>
                </a:lnTo>
                <a:lnTo>
                  <a:pt x="1780483" y="23535"/>
                </a:lnTo>
                <a:lnTo>
                  <a:pt x="1787811" y="66422"/>
                </a:lnTo>
                <a:lnTo>
                  <a:pt x="1795138" y="79787"/>
                </a:lnTo>
                <a:lnTo>
                  <a:pt x="1802465" y="70267"/>
                </a:lnTo>
                <a:lnTo>
                  <a:pt x="1809792" y="86715"/>
                </a:lnTo>
                <a:lnTo>
                  <a:pt x="1817119" y="88372"/>
                </a:lnTo>
                <a:lnTo>
                  <a:pt x="1824446" y="84047"/>
                </a:lnTo>
                <a:lnTo>
                  <a:pt x="1831773" y="90765"/>
                </a:lnTo>
                <a:lnTo>
                  <a:pt x="1839100" y="76321"/>
                </a:lnTo>
                <a:lnTo>
                  <a:pt x="1846427" y="92244"/>
                </a:lnTo>
                <a:lnTo>
                  <a:pt x="1853754" y="85528"/>
                </a:lnTo>
                <a:lnTo>
                  <a:pt x="1861081" y="107140"/>
                </a:lnTo>
                <a:lnTo>
                  <a:pt x="1868409" y="127669"/>
                </a:lnTo>
                <a:lnTo>
                  <a:pt x="1875736" y="85680"/>
                </a:lnTo>
                <a:lnTo>
                  <a:pt x="1883063" y="97148"/>
                </a:lnTo>
                <a:lnTo>
                  <a:pt x="1890390" y="129582"/>
                </a:lnTo>
                <a:lnTo>
                  <a:pt x="1897717" y="99491"/>
                </a:lnTo>
                <a:lnTo>
                  <a:pt x="1905044" y="107518"/>
                </a:lnTo>
                <a:lnTo>
                  <a:pt x="1912371" y="105875"/>
                </a:lnTo>
                <a:lnTo>
                  <a:pt x="1919698" y="106764"/>
                </a:lnTo>
                <a:lnTo>
                  <a:pt x="1927025" y="102809"/>
                </a:lnTo>
                <a:lnTo>
                  <a:pt x="1934352" y="121733"/>
                </a:lnTo>
                <a:lnTo>
                  <a:pt x="1941679" y="124628"/>
                </a:lnTo>
                <a:lnTo>
                  <a:pt x="1949007" y="69370"/>
                </a:lnTo>
                <a:lnTo>
                  <a:pt x="1956334" y="123004"/>
                </a:lnTo>
                <a:lnTo>
                  <a:pt x="1963661" y="104460"/>
                </a:lnTo>
                <a:lnTo>
                  <a:pt x="1970988" y="117937"/>
                </a:lnTo>
                <a:lnTo>
                  <a:pt x="1978315" y="86258"/>
                </a:lnTo>
                <a:lnTo>
                  <a:pt x="1985642" y="117212"/>
                </a:lnTo>
                <a:lnTo>
                  <a:pt x="1992969" y="105617"/>
                </a:lnTo>
                <a:lnTo>
                  <a:pt x="2000296" y="117898"/>
                </a:lnTo>
                <a:lnTo>
                  <a:pt x="2007623" y="110718"/>
                </a:lnTo>
                <a:lnTo>
                  <a:pt x="2014950" y="108977"/>
                </a:lnTo>
                <a:lnTo>
                  <a:pt x="2022277" y="87680"/>
                </a:lnTo>
                <a:lnTo>
                  <a:pt x="2029605" y="89649"/>
                </a:lnTo>
                <a:lnTo>
                  <a:pt x="2036932" y="82678"/>
                </a:lnTo>
                <a:lnTo>
                  <a:pt x="2044259" y="97728"/>
                </a:lnTo>
                <a:lnTo>
                  <a:pt x="2051586" y="98632"/>
                </a:lnTo>
                <a:lnTo>
                  <a:pt x="2058913" y="113720"/>
                </a:lnTo>
                <a:lnTo>
                  <a:pt x="2066240" y="136558"/>
                </a:lnTo>
                <a:lnTo>
                  <a:pt x="2073567" y="113193"/>
                </a:lnTo>
                <a:lnTo>
                  <a:pt x="2080894" y="82941"/>
                </a:lnTo>
                <a:lnTo>
                  <a:pt x="2088221" y="91736"/>
                </a:lnTo>
                <a:lnTo>
                  <a:pt x="2095548" y="100979"/>
                </a:lnTo>
                <a:lnTo>
                  <a:pt x="2102875" y="87130"/>
                </a:lnTo>
                <a:lnTo>
                  <a:pt x="2110203" y="66385"/>
                </a:lnTo>
                <a:lnTo>
                  <a:pt x="2117530" y="108865"/>
                </a:lnTo>
                <a:lnTo>
                  <a:pt x="2124857" y="84407"/>
                </a:lnTo>
                <a:lnTo>
                  <a:pt x="2132184" y="102208"/>
                </a:lnTo>
                <a:lnTo>
                  <a:pt x="2139511" y="104690"/>
                </a:lnTo>
                <a:lnTo>
                  <a:pt x="2146838" y="91929"/>
                </a:lnTo>
                <a:lnTo>
                  <a:pt x="2154165" y="108506"/>
                </a:lnTo>
                <a:lnTo>
                  <a:pt x="2161492" y="121198"/>
                </a:lnTo>
                <a:lnTo>
                  <a:pt x="2168819" y="114354"/>
                </a:lnTo>
                <a:lnTo>
                  <a:pt x="2176146" y="98327"/>
                </a:lnTo>
                <a:lnTo>
                  <a:pt x="2183473" y="97566"/>
                </a:lnTo>
                <a:lnTo>
                  <a:pt x="2190801" y="113757"/>
                </a:lnTo>
                <a:lnTo>
                  <a:pt x="2198128" y="98339"/>
                </a:lnTo>
                <a:lnTo>
                  <a:pt x="2205455" y="89003"/>
                </a:lnTo>
                <a:lnTo>
                  <a:pt x="2212782" y="114211"/>
                </a:lnTo>
                <a:lnTo>
                  <a:pt x="2220109" y="134931"/>
                </a:lnTo>
                <a:lnTo>
                  <a:pt x="2227436" y="125974"/>
                </a:lnTo>
                <a:lnTo>
                  <a:pt x="2234763" y="100248"/>
                </a:lnTo>
                <a:lnTo>
                  <a:pt x="2242090" y="109374"/>
                </a:lnTo>
                <a:lnTo>
                  <a:pt x="2249417" y="91714"/>
                </a:lnTo>
                <a:lnTo>
                  <a:pt x="2256744" y="91421"/>
                </a:lnTo>
                <a:lnTo>
                  <a:pt x="2264071" y="117200"/>
                </a:lnTo>
                <a:lnTo>
                  <a:pt x="2271399" y="89526"/>
                </a:lnTo>
                <a:lnTo>
                  <a:pt x="2278726" y="107455"/>
                </a:lnTo>
                <a:lnTo>
                  <a:pt x="2286053" y="121274"/>
                </a:lnTo>
                <a:lnTo>
                  <a:pt x="2293380" y="105110"/>
                </a:lnTo>
                <a:lnTo>
                  <a:pt x="2300707" y="81455"/>
                </a:lnTo>
                <a:lnTo>
                  <a:pt x="2308034" y="92736"/>
                </a:lnTo>
                <a:lnTo>
                  <a:pt x="2315361" y="97862"/>
                </a:lnTo>
                <a:lnTo>
                  <a:pt x="2322688" y="95696"/>
                </a:lnTo>
                <a:lnTo>
                  <a:pt x="2330015" y="99467"/>
                </a:lnTo>
                <a:lnTo>
                  <a:pt x="2337342" y="96133"/>
                </a:lnTo>
                <a:lnTo>
                  <a:pt x="2344669" y="117529"/>
                </a:lnTo>
                <a:lnTo>
                  <a:pt x="2351996" y="102966"/>
                </a:lnTo>
                <a:lnTo>
                  <a:pt x="2359324" y="74832"/>
                </a:lnTo>
                <a:lnTo>
                  <a:pt x="2366651" y="84179"/>
                </a:lnTo>
                <a:lnTo>
                  <a:pt x="2373978" y="85245"/>
                </a:lnTo>
                <a:lnTo>
                  <a:pt x="2381305" y="61637"/>
                </a:lnTo>
                <a:lnTo>
                  <a:pt x="2388632" y="71578"/>
                </a:lnTo>
                <a:lnTo>
                  <a:pt x="2395959" y="74377"/>
                </a:lnTo>
                <a:lnTo>
                  <a:pt x="2403286" y="96536"/>
                </a:lnTo>
                <a:lnTo>
                  <a:pt x="2410613" y="99605"/>
                </a:lnTo>
                <a:lnTo>
                  <a:pt x="2417940" y="90330"/>
                </a:lnTo>
                <a:lnTo>
                  <a:pt x="2425267" y="95247"/>
                </a:lnTo>
                <a:lnTo>
                  <a:pt x="2432594" y="97147"/>
                </a:lnTo>
                <a:lnTo>
                  <a:pt x="2439922" y="107675"/>
                </a:lnTo>
                <a:lnTo>
                  <a:pt x="2447249" y="118720"/>
                </a:lnTo>
                <a:lnTo>
                  <a:pt x="2454576" y="67252"/>
                </a:lnTo>
                <a:lnTo>
                  <a:pt x="2461903" y="101039"/>
                </a:lnTo>
                <a:lnTo>
                  <a:pt x="2469230" y="100612"/>
                </a:lnTo>
                <a:lnTo>
                  <a:pt x="2476557" y="100363"/>
                </a:lnTo>
                <a:lnTo>
                  <a:pt x="2483884" y="111241"/>
                </a:lnTo>
                <a:lnTo>
                  <a:pt x="2491211" y="109358"/>
                </a:lnTo>
                <a:lnTo>
                  <a:pt x="2498538" y="107733"/>
                </a:lnTo>
                <a:lnTo>
                  <a:pt x="2505865" y="119883"/>
                </a:lnTo>
                <a:lnTo>
                  <a:pt x="2513192" y="123164"/>
                </a:lnTo>
                <a:lnTo>
                  <a:pt x="2520520" y="111790"/>
                </a:lnTo>
                <a:lnTo>
                  <a:pt x="2527847" y="101329"/>
                </a:lnTo>
                <a:lnTo>
                  <a:pt x="2535174" y="117222"/>
                </a:lnTo>
                <a:lnTo>
                  <a:pt x="2542501" y="103146"/>
                </a:lnTo>
                <a:lnTo>
                  <a:pt x="2549828" y="135446"/>
                </a:lnTo>
                <a:lnTo>
                  <a:pt x="2557155" y="112347"/>
                </a:lnTo>
                <a:lnTo>
                  <a:pt x="2564482" y="93397"/>
                </a:lnTo>
                <a:lnTo>
                  <a:pt x="2571809" y="118878"/>
                </a:lnTo>
                <a:lnTo>
                  <a:pt x="2579136" y="121734"/>
                </a:lnTo>
                <a:lnTo>
                  <a:pt x="2586463" y="128724"/>
                </a:lnTo>
                <a:lnTo>
                  <a:pt x="2593790" y="101275"/>
                </a:lnTo>
                <a:lnTo>
                  <a:pt x="2601118" y="91522"/>
                </a:lnTo>
                <a:lnTo>
                  <a:pt x="2608445" y="64537"/>
                </a:lnTo>
                <a:lnTo>
                  <a:pt x="2615772" y="78637"/>
                </a:lnTo>
                <a:lnTo>
                  <a:pt x="2623099" y="88872"/>
                </a:lnTo>
                <a:lnTo>
                  <a:pt x="2630426" y="92703"/>
                </a:lnTo>
                <a:lnTo>
                  <a:pt x="2637753" y="88164"/>
                </a:lnTo>
                <a:lnTo>
                  <a:pt x="2645080" y="81521"/>
                </a:lnTo>
                <a:lnTo>
                  <a:pt x="2652407" y="88988"/>
                </a:lnTo>
                <a:lnTo>
                  <a:pt x="2659734" y="83463"/>
                </a:lnTo>
                <a:lnTo>
                  <a:pt x="2667061" y="58742"/>
                </a:lnTo>
                <a:lnTo>
                  <a:pt x="2674388" y="101610"/>
                </a:lnTo>
                <a:lnTo>
                  <a:pt x="2681716" y="109466"/>
                </a:lnTo>
                <a:lnTo>
                  <a:pt x="2689043" y="86041"/>
                </a:lnTo>
                <a:lnTo>
                  <a:pt x="2696370" y="79361"/>
                </a:lnTo>
                <a:lnTo>
                  <a:pt x="2703697" y="95841"/>
                </a:lnTo>
                <a:lnTo>
                  <a:pt x="2711024" y="95253"/>
                </a:lnTo>
                <a:lnTo>
                  <a:pt x="2718351" y="106801"/>
                </a:lnTo>
                <a:lnTo>
                  <a:pt x="2725678" y="88931"/>
                </a:lnTo>
                <a:lnTo>
                  <a:pt x="2733005" y="93691"/>
                </a:lnTo>
                <a:lnTo>
                  <a:pt x="2740332" y="122618"/>
                </a:lnTo>
                <a:lnTo>
                  <a:pt x="2747659" y="100407"/>
                </a:lnTo>
                <a:lnTo>
                  <a:pt x="2754986" y="119224"/>
                </a:lnTo>
                <a:lnTo>
                  <a:pt x="2762314" y="107088"/>
                </a:lnTo>
                <a:lnTo>
                  <a:pt x="2769641" y="128262"/>
                </a:lnTo>
                <a:lnTo>
                  <a:pt x="2776968" y="108511"/>
                </a:lnTo>
                <a:lnTo>
                  <a:pt x="2784295" y="115751"/>
                </a:lnTo>
                <a:lnTo>
                  <a:pt x="2791622" y="105437"/>
                </a:lnTo>
                <a:lnTo>
                  <a:pt x="2798949" y="100221"/>
                </a:lnTo>
                <a:lnTo>
                  <a:pt x="2806276" y="98919"/>
                </a:lnTo>
                <a:lnTo>
                  <a:pt x="2813603" y="92908"/>
                </a:lnTo>
                <a:lnTo>
                  <a:pt x="2820930" y="75037"/>
                </a:lnTo>
                <a:lnTo>
                  <a:pt x="2828257" y="113894"/>
                </a:lnTo>
                <a:lnTo>
                  <a:pt x="2835584" y="106196"/>
                </a:lnTo>
                <a:lnTo>
                  <a:pt x="2842912" y="97037"/>
                </a:lnTo>
                <a:lnTo>
                  <a:pt x="2850239" y="133439"/>
                </a:lnTo>
                <a:lnTo>
                  <a:pt x="2857566" y="103047"/>
                </a:lnTo>
                <a:lnTo>
                  <a:pt x="2864893" y="114595"/>
                </a:lnTo>
                <a:lnTo>
                  <a:pt x="2872220" y="134200"/>
                </a:lnTo>
                <a:lnTo>
                  <a:pt x="2879547" y="91437"/>
                </a:lnTo>
                <a:lnTo>
                  <a:pt x="2886874" y="101920"/>
                </a:lnTo>
                <a:lnTo>
                  <a:pt x="2894201" y="110005"/>
                </a:lnTo>
                <a:lnTo>
                  <a:pt x="2901528" y="74689"/>
                </a:lnTo>
                <a:lnTo>
                  <a:pt x="2908855" y="97188"/>
                </a:lnTo>
                <a:lnTo>
                  <a:pt x="2916182" y="96284"/>
                </a:lnTo>
                <a:lnTo>
                  <a:pt x="2923510" y="78783"/>
                </a:lnTo>
                <a:lnTo>
                  <a:pt x="2930837" y="83231"/>
                </a:lnTo>
                <a:lnTo>
                  <a:pt x="2938164" y="86787"/>
                </a:lnTo>
                <a:lnTo>
                  <a:pt x="2945491" y="94094"/>
                </a:lnTo>
                <a:lnTo>
                  <a:pt x="2952818" y="112599"/>
                </a:lnTo>
                <a:lnTo>
                  <a:pt x="2960145" y="92327"/>
                </a:lnTo>
                <a:lnTo>
                  <a:pt x="2967472" y="92682"/>
                </a:lnTo>
                <a:lnTo>
                  <a:pt x="2974799" y="82597"/>
                </a:lnTo>
                <a:lnTo>
                  <a:pt x="2982126" y="80077"/>
                </a:lnTo>
                <a:lnTo>
                  <a:pt x="2989453" y="101356"/>
                </a:lnTo>
                <a:lnTo>
                  <a:pt x="2996780" y="97346"/>
                </a:lnTo>
                <a:lnTo>
                  <a:pt x="3004108" y="97268"/>
                </a:lnTo>
                <a:lnTo>
                  <a:pt x="3011435" y="118700"/>
                </a:lnTo>
                <a:lnTo>
                  <a:pt x="3018762" y="86883"/>
                </a:lnTo>
                <a:lnTo>
                  <a:pt x="3026089" y="111221"/>
                </a:lnTo>
                <a:lnTo>
                  <a:pt x="3033416" y="114663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E963070-C0FE-42AD-9B28-8E8A456F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2776724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4</a:t>
            </a:r>
          </a:p>
        </p:txBody>
      </p:sp>
      <p:sp>
        <p:nvSpPr>
          <p:cNvPr id="4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2BF1587-36BE-489D-9D8F-99A29E9C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2800389"/>
            <a:ext cx="3033416" cy="171513"/>
          </a:xfrm>
          <a:custGeom xmlns:a="http://schemas.openxmlformats.org/drawingml/2006/main">
            <a:rect l="l" t="t" r="r" b="b"/>
            <a:pathLst>
              <a:path w="3033416" h="171513">
                <a:moveTo>
                  <a:pt x="0" y="64217"/>
                </a:moveTo>
                <a:lnTo>
                  <a:pt x="7328" y="65255"/>
                </a:lnTo>
                <a:lnTo>
                  <a:pt x="14655" y="44349"/>
                </a:lnTo>
                <a:lnTo>
                  <a:pt x="21982" y="54400"/>
                </a:lnTo>
                <a:lnTo>
                  <a:pt x="29309" y="85314"/>
                </a:lnTo>
                <a:lnTo>
                  <a:pt x="36636" y="44446"/>
                </a:lnTo>
                <a:lnTo>
                  <a:pt x="43963" y="52160"/>
                </a:lnTo>
                <a:lnTo>
                  <a:pt x="51290" y="49530"/>
                </a:lnTo>
                <a:lnTo>
                  <a:pt x="58617" y="67962"/>
                </a:lnTo>
                <a:lnTo>
                  <a:pt x="65944" y="61409"/>
                </a:lnTo>
                <a:lnTo>
                  <a:pt x="73271" y="60158"/>
                </a:lnTo>
                <a:lnTo>
                  <a:pt x="80598" y="75806"/>
                </a:lnTo>
                <a:lnTo>
                  <a:pt x="87926" y="65505"/>
                </a:lnTo>
                <a:lnTo>
                  <a:pt x="95253" y="76876"/>
                </a:lnTo>
                <a:lnTo>
                  <a:pt x="102580" y="62695"/>
                </a:lnTo>
                <a:lnTo>
                  <a:pt x="109907" y="59292"/>
                </a:lnTo>
                <a:lnTo>
                  <a:pt x="117234" y="71598"/>
                </a:lnTo>
                <a:lnTo>
                  <a:pt x="124561" y="47922"/>
                </a:lnTo>
                <a:lnTo>
                  <a:pt x="131888" y="47821"/>
                </a:lnTo>
                <a:lnTo>
                  <a:pt x="139215" y="55400"/>
                </a:lnTo>
                <a:lnTo>
                  <a:pt x="146542" y="81495"/>
                </a:lnTo>
                <a:lnTo>
                  <a:pt x="153869" y="89979"/>
                </a:lnTo>
                <a:lnTo>
                  <a:pt x="161196" y="83991"/>
                </a:lnTo>
                <a:lnTo>
                  <a:pt x="168523" y="108312"/>
                </a:lnTo>
                <a:lnTo>
                  <a:pt x="175851" y="51106"/>
                </a:lnTo>
                <a:lnTo>
                  <a:pt x="183178" y="71115"/>
                </a:lnTo>
                <a:lnTo>
                  <a:pt x="190505" y="99516"/>
                </a:lnTo>
                <a:lnTo>
                  <a:pt x="197832" y="85460"/>
                </a:lnTo>
                <a:lnTo>
                  <a:pt x="205159" y="93565"/>
                </a:lnTo>
                <a:lnTo>
                  <a:pt x="212486" y="49778"/>
                </a:lnTo>
                <a:lnTo>
                  <a:pt x="219813" y="89089"/>
                </a:lnTo>
                <a:lnTo>
                  <a:pt x="227140" y="82759"/>
                </a:lnTo>
                <a:lnTo>
                  <a:pt x="234467" y="62122"/>
                </a:lnTo>
                <a:lnTo>
                  <a:pt x="241794" y="74612"/>
                </a:lnTo>
                <a:lnTo>
                  <a:pt x="249121" y="106003"/>
                </a:lnTo>
                <a:lnTo>
                  <a:pt x="256449" y="83766"/>
                </a:lnTo>
                <a:lnTo>
                  <a:pt x="263776" y="95899"/>
                </a:lnTo>
                <a:lnTo>
                  <a:pt x="271103" y="76562"/>
                </a:lnTo>
                <a:lnTo>
                  <a:pt x="278430" y="77642"/>
                </a:lnTo>
                <a:lnTo>
                  <a:pt x="285757" y="73374"/>
                </a:lnTo>
                <a:lnTo>
                  <a:pt x="293084" y="50450"/>
                </a:lnTo>
                <a:lnTo>
                  <a:pt x="300411" y="57080"/>
                </a:lnTo>
                <a:lnTo>
                  <a:pt x="307738" y="48384"/>
                </a:lnTo>
                <a:lnTo>
                  <a:pt x="315065" y="81195"/>
                </a:lnTo>
                <a:lnTo>
                  <a:pt x="322392" y="36410"/>
                </a:lnTo>
                <a:lnTo>
                  <a:pt x="329719" y="47108"/>
                </a:lnTo>
                <a:lnTo>
                  <a:pt x="337047" y="53638"/>
                </a:lnTo>
                <a:lnTo>
                  <a:pt x="344374" y="89105"/>
                </a:lnTo>
                <a:lnTo>
                  <a:pt x="351701" y="73421"/>
                </a:lnTo>
                <a:lnTo>
                  <a:pt x="359028" y="64172"/>
                </a:lnTo>
                <a:lnTo>
                  <a:pt x="366355" y="74682"/>
                </a:lnTo>
                <a:lnTo>
                  <a:pt x="373682" y="72388"/>
                </a:lnTo>
                <a:lnTo>
                  <a:pt x="381009" y="60419"/>
                </a:lnTo>
                <a:lnTo>
                  <a:pt x="388336" y="75430"/>
                </a:lnTo>
                <a:lnTo>
                  <a:pt x="395663" y="63295"/>
                </a:lnTo>
                <a:lnTo>
                  <a:pt x="402990" y="61481"/>
                </a:lnTo>
                <a:lnTo>
                  <a:pt x="410317" y="82523"/>
                </a:lnTo>
                <a:lnTo>
                  <a:pt x="417645" y="64767"/>
                </a:lnTo>
                <a:lnTo>
                  <a:pt x="424972" y="79269"/>
                </a:lnTo>
                <a:lnTo>
                  <a:pt x="432299" y="67770"/>
                </a:lnTo>
                <a:lnTo>
                  <a:pt x="439626" y="122458"/>
                </a:lnTo>
                <a:lnTo>
                  <a:pt x="446953" y="89786"/>
                </a:lnTo>
                <a:lnTo>
                  <a:pt x="454280" y="90152"/>
                </a:lnTo>
                <a:lnTo>
                  <a:pt x="461607" y="71634"/>
                </a:lnTo>
                <a:lnTo>
                  <a:pt x="468934" y="76512"/>
                </a:lnTo>
                <a:lnTo>
                  <a:pt x="476261" y="90077"/>
                </a:lnTo>
                <a:lnTo>
                  <a:pt x="483588" y="63071"/>
                </a:lnTo>
                <a:lnTo>
                  <a:pt x="490915" y="70332"/>
                </a:lnTo>
                <a:lnTo>
                  <a:pt x="498243" y="70325"/>
                </a:lnTo>
                <a:lnTo>
                  <a:pt x="505570" y="74651"/>
                </a:lnTo>
                <a:lnTo>
                  <a:pt x="512897" y="74496"/>
                </a:lnTo>
                <a:lnTo>
                  <a:pt x="520224" y="103837"/>
                </a:lnTo>
                <a:lnTo>
                  <a:pt x="527551" y="106533"/>
                </a:lnTo>
                <a:lnTo>
                  <a:pt x="534878" y="74883"/>
                </a:lnTo>
                <a:lnTo>
                  <a:pt x="542205" y="53851"/>
                </a:lnTo>
                <a:lnTo>
                  <a:pt x="549532" y="63855"/>
                </a:lnTo>
                <a:lnTo>
                  <a:pt x="556859" y="69164"/>
                </a:lnTo>
                <a:lnTo>
                  <a:pt x="564186" y="31682"/>
                </a:lnTo>
                <a:lnTo>
                  <a:pt x="571513" y="54537"/>
                </a:lnTo>
                <a:lnTo>
                  <a:pt x="578841" y="64346"/>
                </a:lnTo>
                <a:lnTo>
                  <a:pt x="586168" y="78691"/>
                </a:lnTo>
                <a:lnTo>
                  <a:pt x="593495" y="69269"/>
                </a:lnTo>
                <a:lnTo>
                  <a:pt x="600822" y="65136"/>
                </a:lnTo>
                <a:lnTo>
                  <a:pt x="608149" y="85653"/>
                </a:lnTo>
                <a:lnTo>
                  <a:pt x="615476" y="66318"/>
                </a:lnTo>
                <a:lnTo>
                  <a:pt x="622803" y="78008"/>
                </a:lnTo>
                <a:lnTo>
                  <a:pt x="630130" y="50592"/>
                </a:lnTo>
                <a:lnTo>
                  <a:pt x="637457" y="103435"/>
                </a:lnTo>
                <a:lnTo>
                  <a:pt x="644784" y="64580"/>
                </a:lnTo>
                <a:lnTo>
                  <a:pt x="652111" y="53015"/>
                </a:lnTo>
                <a:lnTo>
                  <a:pt x="659439" y="56183"/>
                </a:lnTo>
                <a:lnTo>
                  <a:pt x="666766" y="67178"/>
                </a:lnTo>
                <a:lnTo>
                  <a:pt x="674093" y="59974"/>
                </a:lnTo>
                <a:lnTo>
                  <a:pt x="681420" y="61318"/>
                </a:lnTo>
                <a:lnTo>
                  <a:pt x="688747" y="80636"/>
                </a:lnTo>
                <a:lnTo>
                  <a:pt x="696074" y="67075"/>
                </a:lnTo>
                <a:lnTo>
                  <a:pt x="703401" y="78593"/>
                </a:lnTo>
                <a:lnTo>
                  <a:pt x="710728" y="103203"/>
                </a:lnTo>
                <a:lnTo>
                  <a:pt x="718055" y="57357"/>
                </a:lnTo>
                <a:lnTo>
                  <a:pt x="725382" y="84195"/>
                </a:lnTo>
                <a:lnTo>
                  <a:pt x="732709" y="82374"/>
                </a:lnTo>
                <a:lnTo>
                  <a:pt x="740037" y="81134"/>
                </a:lnTo>
                <a:lnTo>
                  <a:pt x="747364" y="94339"/>
                </a:lnTo>
                <a:lnTo>
                  <a:pt x="754691" y="91161"/>
                </a:lnTo>
                <a:lnTo>
                  <a:pt x="762018" y="77507"/>
                </a:lnTo>
                <a:lnTo>
                  <a:pt x="769345" y="59945"/>
                </a:lnTo>
                <a:lnTo>
                  <a:pt x="776672" y="65316"/>
                </a:lnTo>
                <a:lnTo>
                  <a:pt x="783999" y="73851"/>
                </a:lnTo>
                <a:lnTo>
                  <a:pt x="791326" y="80026"/>
                </a:lnTo>
                <a:lnTo>
                  <a:pt x="798653" y="84423"/>
                </a:lnTo>
                <a:lnTo>
                  <a:pt x="805980" y="87979"/>
                </a:lnTo>
                <a:lnTo>
                  <a:pt x="813307" y="68253"/>
                </a:lnTo>
                <a:lnTo>
                  <a:pt x="820635" y="64032"/>
                </a:lnTo>
                <a:lnTo>
                  <a:pt x="827962" y="66775"/>
                </a:lnTo>
                <a:lnTo>
                  <a:pt x="835289" y="51332"/>
                </a:lnTo>
                <a:lnTo>
                  <a:pt x="842616" y="78181"/>
                </a:lnTo>
                <a:lnTo>
                  <a:pt x="849943" y="54708"/>
                </a:lnTo>
                <a:lnTo>
                  <a:pt x="857270" y="57676"/>
                </a:lnTo>
                <a:lnTo>
                  <a:pt x="864597" y="50498"/>
                </a:lnTo>
                <a:lnTo>
                  <a:pt x="871924" y="63414"/>
                </a:lnTo>
                <a:lnTo>
                  <a:pt x="879251" y="93940"/>
                </a:lnTo>
                <a:lnTo>
                  <a:pt x="886578" y="64655"/>
                </a:lnTo>
                <a:lnTo>
                  <a:pt x="893905" y="62191"/>
                </a:lnTo>
                <a:lnTo>
                  <a:pt x="901233" y="58603"/>
                </a:lnTo>
                <a:lnTo>
                  <a:pt x="908560" y="78912"/>
                </a:lnTo>
                <a:lnTo>
                  <a:pt x="915887" y="46655"/>
                </a:lnTo>
                <a:lnTo>
                  <a:pt x="923214" y="45316"/>
                </a:lnTo>
                <a:lnTo>
                  <a:pt x="930541" y="63429"/>
                </a:lnTo>
                <a:lnTo>
                  <a:pt x="937868" y="68709"/>
                </a:lnTo>
                <a:lnTo>
                  <a:pt x="945195" y="75419"/>
                </a:lnTo>
                <a:lnTo>
                  <a:pt x="952522" y="84908"/>
                </a:lnTo>
                <a:lnTo>
                  <a:pt x="959849" y="63023"/>
                </a:lnTo>
                <a:lnTo>
                  <a:pt x="967176" y="58813"/>
                </a:lnTo>
                <a:lnTo>
                  <a:pt x="974503" y="53983"/>
                </a:lnTo>
                <a:lnTo>
                  <a:pt x="981831" y="96215"/>
                </a:lnTo>
                <a:lnTo>
                  <a:pt x="989158" y="72893"/>
                </a:lnTo>
                <a:lnTo>
                  <a:pt x="996485" y="74136"/>
                </a:lnTo>
                <a:lnTo>
                  <a:pt x="1003812" y="75933"/>
                </a:lnTo>
                <a:lnTo>
                  <a:pt x="1011139" y="55691"/>
                </a:lnTo>
                <a:lnTo>
                  <a:pt x="1018466" y="53584"/>
                </a:lnTo>
                <a:lnTo>
                  <a:pt x="1025793" y="73026"/>
                </a:lnTo>
                <a:lnTo>
                  <a:pt x="1033120" y="66524"/>
                </a:lnTo>
                <a:lnTo>
                  <a:pt x="1040447" y="85498"/>
                </a:lnTo>
                <a:lnTo>
                  <a:pt x="1047774" y="111778"/>
                </a:lnTo>
                <a:lnTo>
                  <a:pt x="1055101" y="97743"/>
                </a:lnTo>
                <a:lnTo>
                  <a:pt x="1062429" y="98981"/>
                </a:lnTo>
                <a:lnTo>
                  <a:pt x="1069756" y="94803"/>
                </a:lnTo>
                <a:lnTo>
                  <a:pt x="1077083" y="74389"/>
                </a:lnTo>
                <a:lnTo>
                  <a:pt x="1084410" y="91277"/>
                </a:lnTo>
                <a:lnTo>
                  <a:pt x="1091737" y="98285"/>
                </a:lnTo>
                <a:lnTo>
                  <a:pt x="1099064" y="57908"/>
                </a:lnTo>
                <a:lnTo>
                  <a:pt x="1106391" y="86084"/>
                </a:lnTo>
                <a:lnTo>
                  <a:pt x="1113718" y="72591"/>
                </a:lnTo>
                <a:lnTo>
                  <a:pt x="1121045" y="70385"/>
                </a:lnTo>
                <a:lnTo>
                  <a:pt x="1128372" y="97146"/>
                </a:lnTo>
                <a:lnTo>
                  <a:pt x="1135699" y="47264"/>
                </a:lnTo>
                <a:lnTo>
                  <a:pt x="1143027" y="70901"/>
                </a:lnTo>
                <a:lnTo>
                  <a:pt x="1150354" y="82021"/>
                </a:lnTo>
                <a:lnTo>
                  <a:pt x="1157681" y="77709"/>
                </a:lnTo>
                <a:lnTo>
                  <a:pt x="1165008" y="58535"/>
                </a:lnTo>
                <a:lnTo>
                  <a:pt x="1172335" y="63545"/>
                </a:lnTo>
                <a:lnTo>
                  <a:pt x="1179662" y="50697"/>
                </a:lnTo>
                <a:lnTo>
                  <a:pt x="1186989" y="43734"/>
                </a:lnTo>
                <a:lnTo>
                  <a:pt x="1194316" y="15552"/>
                </a:lnTo>
                <a:lnTo>
                  <a:pt x="1201643" y="79547"/>
                </a:lnTo>
                <a:lnTo>
                  <a:pt x="1208970" y="54113"/>
                </a:lnTo>
                <a:lnTo>
                  <a:pt x="1216297" y="76648"/>
                </a:lnTo>
                <a:lnTo>
                  <a:pt x="1223625" y="127026"/>
                </a:lnTo>
                <a:lnTo>
                  <a:pt x="1230952" y="102232"/>
                </a:lnTo>
                <a:lnTo>
                  <a:pt x="1238279" y="105581"/>
                </a:lnTo>
                <a:lnTo>
                  <a:pt x="1245606" y="35346"/>
                </a:lnTo>
                <a:lnTo>
                  <a:pt x="1252933" y="42071"/>
                </a:lnTo>
                <a:lnTo>
                  <a:pt x="1260260" y="68640"/>
                </a:lnTo>
                <a:lnTo>
                  <a:pt x="1267587" y="28533"/>
                </a:lnTo>
                <a:lnTo>
                  <a:pt x="1274914" y="93161"/>
                </a:lnTo>
                <a:lnTo>
                  <a:pt x="1282241" y="74200"/>
                </a:lnTo>
                <a:lnTo>
                  <a:pt x="1289568" y="112675"/>
                </a:lnTo>
                <a:lnTo>
                  <a:pt x="1296895" y="77316"/>
                </a:lnTo>
                <a:lnTo>
                  <a:pt x="1304223" y="171513"/>
                </a:lnTo>
                <a:lnTo>
                  <a:pt x="1311550" y="107409"/>
                </a:lnTo>
                <a:lnTo>
                  <a:pt x="1318877" y="159102"/>
                </a:lnTo>
                <a:lnTo>
                  <a:pt x="1326204" y="107333"/>
                </a:lnTo>
                <a:lnTo>
                  <a:pt x="1333531" y="10887"/>
                </a:lnTo>
                <a:lnTo>
                  <a:pt x="1340858" y="92179"/>
                </a:lnTo>
                <a:lnTo>
                  <a:pt x="1348185" y="14716"/>
                </a:lnTo>
                <a:lnTo>
                  <a:pt x="1355512" y="7892"/>
                </a:lnTo>
                <a:lnTo>
                  <a:pt x="1362839" y="16792"/>
                </a:lnTo>
                <a:lnTo>
                  <a:pt x="1370166" y="113744"/>
                </a:lnTo>
                <a:lnTo>
                  <a:pt x="1377493" y="121251"/>
                </a:lnTo>
                <a:lnTo>
                  <a:pt x="1384821" y="146405"/>
                </a:lnTo>
                <a:lnTo>
                  <a:pt x="1392148" y="60527"/>
                </a:lnTo>
                <a:lnTo>
                  <a:pt x="1399475" y="112349"/>
                </a:lnTo>
                <a:lnTo>
                  <a:pt x="1406802" y="79592"/>
                </a:lnTo>
                <a:lnTo>
                  <a:pt x="1414129" y="125295"/>
                </a:lnTo>
                <a:lnTo>
                  <a:pt x="1421456" y="56876"/>
                </a:lnTo>
                <a:lnTo>
                  <a:pt x="1428783" y="15121"/>
                </a:lnTo>
                <a:lnTo>
                  <a:pt x="1436110" y="7362"/>
                </a:lnTo>
                <a:lnTo>
                  <a:pt x="1443437" y="0"/>
                </a:lnTo>
                <a:lnTo>
                  <a:pt x="1450764" y="46089"/>
                </a:lnTo>
                <a:lnTo>
                  <a:pt x="1458091" y="37586"/>
                </a:lnTo>
                <a:lnTo>
                  <a:pt x="1465419" y="82133"/>
                </a:lnTo>
                <a:lnTo>
                  <a:pt x="1472746" y="84662"/>
                </a:lnTo>
                <a:lnTo>
                  <a:pt x="1480073" y="73639"/>
                </a:lnTo>
                <a:lnTo>
                  <a:pt x="1487400" y="116056"/>
                </a:lnTo>
                <a:lnTo>
                  <a:pt x="1494727" y="34617"/>
                </a:lnTo>
                <a:lnTo>
                  <a:pt x="1502054" y="35388"/>
                </a:lnTo>
                <a:lnTo>
                  <a:pt x="1509381" y="28628"/>
                </a:lnTo>
                <a:lnTo>
                  <a:pt x="1516708" y="59954"/>
                </a:lnTo>
                <a:lnTo>
                  <a:pt x="1524035" y="44648"/>
                </a:lnTo>
                <a:lnTo>
                  <a:pt x="1531362" y="6276"/>
                </a:lnTo>
                <a:lnTo>
                  <a:pt x="1538689" y="104587"/>
                </a:lnTo>
                <a:lnTo>
                  <a:pt x="1546017" y="106030"/>
                </a:lnTo>
                <a:lnTo>
                  <a:pt x="1553344" y="87558"/>
                </a:lnTo>
                <a:lnTo>
                  <a:pt x="1560671" y="101050"/>
                </a:lnTo>
                <a:lnTo>
                  <a:pt x="1567998" y="94587"/>
                </a:lnTo>
                <a:lnTo>
                  <a:pt x="1575325" y="89851"/>
                </a:lnTo>
                <a:lnTo>
                  <a:pt x="1582652" y="129328"/>
                </a:lnTo>
                <a:lnTo>
                  <a:pt x="1589979" y="105044"/>
                </a:lnTo>
                <a:lnTo>
                  <a:pt x="1597306" y="67907"/>
                </a:lnTo>
                <a:lnTo>
                  <a:pt x="1604633" y="93353"/>
                </a:lnTo>
                <a:lnTo>
                  <a:pt x="1611960" y="60889"/>
                </a:lnTo>
                <a:lnTo>
                  <a:pt x="1619287" y="75943"/>
                </a:lnTo>
                <a:lnTo>
                  <a:pt x="1626615" y="95927"/>
                </a:lnTo>
                <a:lnTo>
                  <a:pt x="1633942" y="124997"/>
                </a:lnTo>
                <a:lnTo>
                  <a:pt x="1641269" y="121301"/>
                </a:lnTo>
                <a:lnTo>
                  <a:pt x="1648596" y="103374"/>
                </a:lnTo>
                <a:lnTo>
                  <a:pt x="1655923" y="77052"/>
                </a:lnTo>
                <a:lnTo>
                  <a:pt x="1663250" y="61284"/>
                </a:lnTo>
                <a:lnTo>
                  <a:pt x="1670577" y="77512"/>
                </a:lnTo>
                <a:lnTo>
                  <a:pt x="1677904" y="47436"/>
                </a:lnTo>
                <a:lnTo>
                  <a:pt x="1685231" y="89396"/>
                </a:lnTo>
                <a:lnTo>
                  <a:pt x="1692558" y="43741"/>
                </a:lnTo>
                <a:lnTo>
                  <a:pt x="1699885" y="50275"/>
                </a:lnTo>
                <a:lnTo>
                  <a:pt x="1707213" y="102885"/>
                </a:lnTo>
                <a:lnTo>
                  <a:pt x="1714540" y="98252"/>
                </a:lnTo>
                <a:lnTo>
                  <a:pt x="1721867" y="121660"/>
                </a:lnTo>
                <a:lnTo>
                  <a:pt x="1729194" y="100952"/>
                </a:lnTo>
                <a:lnTo>
                  <a:pt x="1736521" y="105616"/>
                </a:lnTo>
                <a:lnTo>
                  <a:pt x="1743848" y="42004"/>
                </a:lnTo>
                <a:lnTo>
                  <a:pt x="1751175" y="52207"/>
                </a:lnTo>
                <a:lnTo>
                  <a:pt x="1758502" y="19990"/>
                </a:lnTo>
                <a:lnTo>
                  <a:pt x="1765829" y="40832"/>
                </a:lnTo>
                <a:lnTo>
                  <a:pt x="1773156" y="69764"/>
                </a:lnTo>
                <a:lnTo>
                  <a:pt x="1780483" y="29555"/>
                </a:lnTo>
                <a:lnTo>
                  <a:pt x="1787811" y="39613"/>
                </a:lnTo>
                <a:lnTo>
                  <a:pt x="1795138" y="87447"/>
                </a:lnTo>
                <a:lnTo>
                  <a:pt x="1802465" y="64895"/>
                </a:lnTo>
                <a:lnTo>
                  <a:pt x="1809792" y="57607"/>
                </a:lnTo>
                <a:lnTo>
                  <a:pt x="1817119" y="52610"/>
                </a:lnTo>
                <a:lnTo>
                  <a:pt x="1824446" y="58514"/>
                </a:lnTo>
                <a:lnTo>
                  <a:pt x="1831773" y="47376"/>
                </a:lnTo>
                <a:lnTo>
                  <a:pt x="1839100" y="86618"/>
                </a:lnTo>
                <a:lnTo>
                  <a:pt x="1846427" y="64808"/>
                </a:lnTo>
                <a:lnTo>
                  <a:pt x="1853754" y="64315"/>
                </a:lnTo>
                <a:lnTo>
                  <a:pt x="1861081" y="82319"/>
                </a:lnTo>
                <a:lnTo>
                  <a:pt x="1868409" y="92940"/>
                </a:lnTo>
                <a:lnTo>
                  <a:pt x="1875736" y="85834"/>
                </a:lnTo>
                <a:lnTo>
                  <a:pt x="1883063" y="94081"/>
                </a:lnTo>
                <a:lnTo>
                  <a:pt x="1890390" y="58051"/>
                </a:lnTo>
                <a:lnTo>
                  <a:pt x="1897717" y="66334"/>
                </a:lnTo>
                <a:lnTo>
                  <a:pt x="1905044" y="80415"/>
                </a:lnTo>
                <a:lnTo>
                  <a:pt x="1912371" y="86488"/>
                </a:lnTo>
                <a:lnTo>
                  <a:pt x="1919698" y="89775"/>
                </a:lnTo>
                <a:lnTo>
                  <a:pt x="1927025" y="70393"/>
                </a:lnTo>
                <a:lnTo>
                  <a:pt x="1934352" y="77391"/>
                </a:lnTo>
                <a:lnTo>
                  <a:pt x="1941679" y="70551"/>
                </a:lnTo>
                <a:lnTo>
                  <a:pt x="1949007" y="88333"/>
                </a:lnTo>
                <a:lnTo>
                  <a:pt x="1956334" y="98418"/>
                </a:lnTo>
                <a:lnTo>
                  <a:pt x="1963661" y="98807"/>
                </a:lnTo>
                <a:lnTo>
                  <a:pt x="1970988" y="76720"/>
                </a:lnTo>
                <a:lnTo>
                  <a:pt x="1978315" y="58577"/>
                </a:lnTo>
                <a:lnTo>
                  <a:pt x="1985642" y="41083"/>
                </a:lnTo>
                <a:lnTo>
                  <a:pt x="1992969" y="71777"/>
                </a:lnTo>
                <a:lnTo>
                  <a:pt x="2000296" y="76565"/>
                </a:lnTo>
                <a:lnTo>
                  <a:pt x="2007623" y="51134"/>
                </a:lnTo>
                <a:lnTo>
                  <a:pt x="2014950" y="51894"/>
                </a:lnTo>
                <a:lnTo>
                  <a:pt x="2022277" y="77239"/>
                </a:lnTo>
                <a:lnTo>
                  <a:pt x="2029605" y="47047"/>
                </a:lnTo>
                <a:lnTo>
                  <a:pt x="2036932" y="68762"/>
                </a:lnTo>
                <a:lnTo>
                  <a:pt x="2044259" y="69999"/>
                </a:lnTo>
                <a:lnTo>
                  <a:pt x="2051586" y="70426"/>
                </a:lnTo>
                <a:lnTo>
                  <a:pt x="2058913" y="65653"/>
                </a:lnTo>
                <a:lnTo>
                  <a:pt x="2066240" y="18457"/>
                </a:lnTo>
                <a:lnTo>
                  <a:pt x="2073567" y="36316"/>
                </a:lnTo>
                <a:lnTo>
                  <a:pt x="2080894" y="74885"/>
                </a:lnTo>
                <a:lnTo>
                  <a:pt x="2088221" y="73205"/>
                </a:lnTo>
                <a:lnTo>
                  <a:pt x="2095548" y="59300"/>
                </a:lnTo>
                <a:lnTo>
                  <a:pt x="2102875" y="69127"/>
                </a:lnTo>
                <a:lnTo>
                  <a:pt x="2110203" y="68871"/>
                </a:lnTo>
                <a:lnTo>
                  <a:pt x="2117530" y="84605"/>
                </a:lnTo>
                <a:lnTo>
                  <a:pt x="2124857" y="93770"/>
                </a:lnTo>
                <a:lnTo>
                  <a:pt x="2132184" y="76321"/>
                </a:lnTo>
                <a:lnTo>
                  <a:pt x="2139511" y="93699"/>
                </a:lnTo>
                <a:lnTo>
                  <a:pt x="2146838" y="67401"/>
                </a:lnTo>
                <a:lnTo>
                  <a:pt x="2154165" y="73875"/>
                </a:lnTo>
                <a:lnTo>
                  <a:pt x="2161492" y="61703"/>
                </a:lnTo>
                <a:lnTo>
                  <a:pt x="2168819" y="64090"/>
                </a:lnTo>
                <a:lnTo>
                  <a:pt x="2176146" y="69774"/>
                </a:lnTo>
                <a:lnTo>
                  <a:pt x="2183473" y="92878"/>
                </a:lnTo>
                <a:lnTo>
                  <a:pt x="2190801" y="81756"/>
                </a:lnTo>
                <a:lnTo>
                  <a:pt x="2198128" y="88947"/>
                </a:lnTo>
                <a:lnTo>
                  <a:pt x="2205455" y="108380"/>
                </a:lnTo>
                <a:lnTo>
                  <a:pt x="2212782" y="79572"/>
                </a:lnTo>
                <a:lnTo>
                  <a:pt x="2220109" y="85827"/>
                </a:lnTo>
                <a:lnTo>
                  <a:pt x="2227436" y="73024"/>
                </a:lnTo>
                <a:lnTo>
                  <a:pt x="2234763" y="64513"/>
                </a:lnTo>
                <a:lnTo>
                  <a:pt x="2242090" y="85779"/>
                </a:lnTo>
                <a:lnTo>
                  <a:pt x="2249417" y="71526"/>
                </a:lnTo>
                <a:lnTo>
                  <a:pt x="2256744" y="46591"/>
                </a:lnTo>
                <a:lnTo>
                  <a:pt x="2264071" y="57069"/>
                </a:lnTo>
                <a:lnTo>
                  <a:pt x="2271399" y="71581"/>
                </a:lnTo>
                <a:lnTo>
                  <a:pt x="2278726" y="70593"/>
                </a:lnTo>
                <a:lnTo>
                  <a:pt x="2286053" y="72701"/>
                </a:lnTo>
                <a:lnTo>
                  <a:pt x="2293380" y="66797"/>
                </a:lnTo>
                <a:lnTo>
                  <a:pt x="2300707" y="80327"/>
                </a:lnTo>
                <a:lnTo>
                  <a:pt x="2308034" y="64108"/>
                </a:lnTo>
                <a:lnTo>
                  <a:pt x="2315361" y="61210"/>
                </a:lnTo>
                <a:lnTo>
                  <a:pt x="2322688" y="50978"/>
                </a:lnTo>
                <a:lnTo>
                  <a:pt x="2330015" y="48894"/>
                </a:lnTo>
                <a:lnTo>
                  <a:pt x="2337342" y="38366"/>
                </a:lnTo>
                <a:lnTo>
                  <a:pt x="2344669" y="55552"/>
                </a:lnTo>
                <a:lnTo>
                  <a:pt x="2351996" y="53748"/>
                </a:lnTo>
                <a:lnTo>
                  <a:pt x="2359324" y="53062"/>
                </a:lnTo>
                <a:lnTo>
                  <a:pt x="2366651" y="50316"/>
                </a:lnTo>
                <a:lnTo>
                  <a:pt x="2373978" y="74294"/>
                </a:lnTo>
                <a:lnTo>
                  <a:pt x="2381305" y="92016"/>
                </a:lnTo>
                <a:lnTo>
                  <a:pt x="2388632" y="88394"/>
                </a:lnTo>
                <a:lnTo>
                  <a:pt x="2395959" y="85447"/>
                </a:lnTo>
                <a:lnTo>
                  <a:pt x="2403286" y="67765"/>
                </a:lnTo>
                <a:lnTo>
                  <a:pt x="2410613" y="86843"/>
                </a:lnTo>
                <a:lnTo>
                  <a:pt x="2417940" y="64854"/>
                </a:lnTo>
                <a:lnTo>
                  <a:pt x="2425267" y="55534"/>
                </a:lnTo>
                <a:lnTo>
                  <a:pt x="2432594" y="67791"/>
                </a:lnTo>
                <a:lnTo>
                  <a:pt x="2439922" y="60696"/>
                </a:lnTo>
                <a:lnTo>
                  <a:pt x="2447249" y="113739"/>
                </a:lnTo>
                <a:lnTo>
                  <a:pt x="2454576" y="79464"/>
                </a:lnTo>
                <a:lnTo>
                  <a:pt x="2461903" y="89236"/>
                </a:lnTo>
                <a:lnTo>
                  <a:pt x="2469230" y="89345"/>
                </a:lnTo>
                <a:lnTo>
                  <a:pt x="2476557" y="112581"/>
                </a:lnTo>
                <a:lnTo>
                  <a:pt x="2483884" y="93108"/>
                </a:lnTo>
                <a:lnTo>
                  <a:pt x="2491211" y="81479"/>
                </a:lnTo>
                <a:lnTo>
                  <a:pt x="2498538" y="78719"/>
                </a:lnTo>
                <a:lnTo>
                  <a:pt x="2505865" y="77059"/>
                </a:lnTo>
                <a:lnTo>
                  <a:pt x="2513192" y="58681"/>
                </a:lnTo>
                <a:lnTo>
                  <a:pt x="2520520" y="82873"/>
                </a:lnTo>
                <a:lnTo>
                  <a:pt x="2527847" y="58970"/>
                </a:lnTo>
                <a:lnTo>
                  <a:pt x="2535174" y="88540"/>
                </a:lnTo>
                <a:lnTo>
                  <a:pt x="2542501" y="69174"/>
                </a:lnTo>
                <a:lnTo>
                  <a:pt x="2549828" y="63565"/>
                </a:lnTo>
                <a:lnTo>
                  <a:pt x="2557155" y="85528"/>
                </a:lnTo>
                <a:lnTo>
                  <a:pt x="2564482" y="105614"/>
                </a:lnTo>
                <a:lnTo>
                  <a:pt x="2571809" y="78879"/>
                </a:lnTo>
                <a:lnTo>
                  <a:pt x="2579136" y="77171"/>
                </a:lnTo>
                <a:lnTo>
                  <a:pt x="2586463" y="43024"/>
                </a:lnTo>
                <a:lnTo>
                  <a:pt x="2593790" y="68989"/>
                </a:lnTo>
                <a:lnTo>
                  <a:pt x="2601118" y="36288"/>
                </a:lnTo>
                <a:lnTo>
                  <a:pt x="2608445" y="59196"/>
                </a:lnTo>
                <a:lnTo>
                  <a:pt x="2615772" y="58915"/>
                </a:lnTo>
                <a:lnTo>
                  <a:pt x="2623099" y="70489"/>
                </a:lnTo>
                <a:lnTo>
                  <a:pt x="2630426" y="40143"/>
                </a:lnTo>
                <a:lnTo>
                  <a:pt x="2637753" y="74545"/>
                </a:lnTo>
                <a:lnTo>
                  <a:pt x="2645080" y="75258"/>
                </a:lnTo>
                <a:lnTo>
                  <a:pt x="2652407" y="68902"/>
                </a:lnTo>
                <a:lnTo>
                  <a:pt x="2659734" y="69466"/>
                </a:lnTo>
                <a:lnTo>
                  <a:pt x="2667061" y="83541"/>
                </a:lnTo>
                <a:lnTo>
                  <a:pt x="2674388" y="92083"/>
                </a:lnTo>
                <a:lnTo>
                  <a:pt x="2681716" y="92394"/>
                </a:lnTo>
                <a:lnTo>
                  <a:pt x="2689043" y="52314"/>
                </a:lnTo>
                <a:lnTo>
                  <a:pt x="2696370" y="62380"/>
                </a:lnTo>
                <a:lnTo>
                  <a:pt x="2703697" y="69305"/>
                </a:lnTo>
                <a:lnTo>
                  <a:pt x="2711024" y="59301"/>
                </a:lnTo>
                <a:lnTo>
                  <a:pt x="2718351" y="75257"/>
                </a:lnTo>
                <a:lnTo>
                  <a:pt x="2725678" y="70117"/>
                </a:lnTo>
                <a:lnTo>
                  <a:pt x="2733005" y="98308"/>
                </a:lnTo>
                <a:lnTo>
                  <a:pt x="2740332" y="108355"/>
                </a:lnTo>
                <a:lnTo>
                  <a:pt x="2747659" y="89975"/>
                </a:lnTo>
                <a:lnTo>
                  <a:pt x="2754986" y="98381"/>
                </a:lnTo>
                <a:lnTo>
                  <a:pt x="2762314" y="99624"/>
                </a:lnTo>
                <a:lnTo>
                  <a:pt x="2769641" y="72011"/>
                </a:lnTo>
                <a:lnTo>
                  <a:pt x="2776968" y="72944"/>
                </a:lnTo>
                <a:lnTo>
                  <a:pt x="2784295" y="81846"/>
                </a:lnTo>
                <a:lnTo>
                  <a:pt x="2791622" y="80463"/>
                </a:lnTo>
                <a:lnTo>
                  <a:pt x="2798949" y="63049"/>
                </a:lnTo>
                <a:lnTo>
                  <a:pt x="2806276" y="75470"/>
                </a:lnTo>
                <a:lnTo>
                  <a:pt x="2813603" y="77375"/>
                </a:lnTo>
                <a:lnTo>
                  <a:pt x="2820930" y="86933"/>
                </a:lnTo>
                <a:lnTo>
                  <a:pt x="2828257" y="80572"/>
                </a:lnTo>
                <a:lnTo>
                  <a:pt x="2835584" y="34803"/>
                </a:lnTo>
                <a:lnTo>
                  <a:pt x="2842912" y="72055"/>
                </a:lnTo>
                <a:lnTo>
                  <a:pt x="2850239" y="66148"/>
                </a:lnTo>
                <a:lnTo>
                  <a:pt x="2857566" y="60324"/>
                </a:lnTo>
                <a:lnTo>
                  <a:pt x="2864893" y="59024"/>
                </a:lnTo>
                <a:lnTo>
                  <a:pt x="2872220" y="65622"/>
                </a:lnTo>
                <a:lnTo>
                  <a:pt x="2879547" y="30537"/>
                </a:lnTo>
                <a:lnTo>
                  <a:pt x="2886874" y="36409"/>
                </a:lnTo>
                <a:lnTo>
                  <a:pt x="2894201" y="75731"/>
                </a:lnTo>
                <a:lnTo>
                  <a:pt x="2901528" y="53762"/>
                </a:lnTo>
                <a:lnTo>
                  <a:pt x="2908855" y="46714"/>
                </a:lnTo>
                <a:lnTo>
                  <a:pt x="2916182" y="66718"/>
                </a:lnTo>
                <a:lnTo>
                  <a:pt x="2923510" y="73321"/>
                </a:lnTo>
                <a:lnTo>
                  <a:pt x="2930837" y="61252"/>
                </a:lnTo>
                <a:lnTo>
                  <a:pt x="2938164" y="77689"/>
                </a:lnTo>
                <a:lnTo>
                  <a:pt x="2945491" y="75423"/>
                </a:lnTo>
                <a:lnTo>
                  <a:pt x="2952818" y="35179"/>
                </a:lnTo>
                <a:lnTo>
                  <a:pt x="2960145" y="67615"/>
                </a:lnTo>
                <a:lnTo>
                  <a:pt x="2967472" y="84452"/>
                </a:lnTo>
                <a:lnTo>
                  <a:pt x="2974799" y="69060"/>
                </a:lnTo>
                <a:lnTo>
                  <a:pt x="2982126" y="67129"/>
                </a:lnTo>
                <a:lnTo>
                  <a:pt x="2989453" y="50750"/>
                </a:lnTo>
                <a:lnTo>
                  <a:pt x="2996780" y="82103"/>
                </a:lnTo>
                <a:lnTo>
                  <a:pt x="3004108" y="109735"/>
                </a:lnTo>
                <a:lnTo>
                  <a:pt x="3011435" y="96086"/>
                </a:lnTo>
                <a:lnTo>
                  <a:pt x="3018762" y="94224"/>
                </a:lnTo>
                <a:lnTo>
                  <a:pt x="3026089" y="89999"/>
                </a:lnTo>
                <a:lnTo>
                  <a:pt x="3033416" y="65165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4FFF416-5DB9-42E7-88BA-95B35925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3162988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5</a:t>
            </a:r>
          </a:p>
        </p:txBody>
      </p:sp>
      <p:sp>
        <p:nvSpPr>
          <p:cNvPr id="4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017379F-283F-42A8-8DE0-D0214B4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3176700"/>
            <a:ext cx="3033416" cy="174816"/>
          </a:xfrm>
          <a:custGeom xmlns:a="http://schemas.openxmlformats.org/drawingml/2006/main">
            <a:rect l="l" t="t" r="r" b="b"/>
            <a:pathLst>
              <a:path w="3033416" h="174816">
                <a:moveTo>
                  <a:pt x="0" y="60782"/>
                </a:moveTo>
                <a:lnTo>
                  <a:pt x="7328" y="54483"/>
                </a:lnTo>
                <a:lnTo>
                  <a:pt x="14655" y="70618"/>
                </a:lnTo>
                <a:lnTo>
                  <a:pt x="21982" y="80415"/>
                </a:lnTo>
                <a:lnTo>
                  <a:pt x="29309" y="75488"/>
                </a:lnTo>
                <a:lnTo>
                  <a:pt x="36636" y="55602"/>
                </a:lnTo>
                <a:lnTo>
                  <a:pt x="43963" y="104475"/>
                </a:lnTo>
                <a:lnTo>
                  <a:pt x="51290" y="81224"/>
                </a:lnTo>
                <a:lnTo>
                  <a:pt x="58617" y="75492"/>
                </a:lnTo>
                <a:lnTo>
                  <a:pt x="65944" y="98312"/>
                </a:lnTo>
                <a:lnTo>
                  <a:pt x="73271" y="80917"/>
                </a:lnTo>
                <a:lnTo>
                  <a:pt x="80598" y="86795"/>
                </a:lnTo>
                <a:lnTo>
                  <a:pt x="87926" y="61511"/>
                </a:lnTo>
                <a:lnTo>
                  <a:pt x="95253" y="114126"/>
                </a:lnTo>
                <a:lnTo>
                  <a:pt x="102580" y="107102"/>
                </a:lnTo>
                <a:lnTo>
                  <a:pt x="109907" y="91917"/>
                </a:lnTo>
                <a:lnTo>
                  <a:pt x="117234" y="73063"/>
                </a:lnTo>
                <a:lnTo>
                  <a:pt x="124561" y="97001"/>
                </a:lnTo>
                <a:lnTo>
                  <a:pt x="131888" y="101047"/>
                </a:lnTo>
                <a:lnTo>
                  <a:pt x="139215" y="110309"/>
                </a:lnTo>
                <a:lnTo>
                  <a:pt x="146542" y="106225"/>
                </a:lnTo>
                <a:lnTo>
                  <a:pt x="153869" y="111377"/>
                </a:lnTo>
                <a:lnTo>
                  <a:pt x="161196" y="76398"/>
                </a:lnTo>
                <a:lnTo>
                  <a:pt x="168523" y="55080"/>
                </a:lnTo>
                <a:lnTo>
                  <a:pt x="175851" y="60551"/>
                </a:lnTo>
                <a:lnTo>
                  <a:pt x="183178" y="97091"/>
                </a:lnTo>
                <a:lnTo>
                  <a:pt x="190505" y="100663"/>
                </a:lnTo>
                <a:lnTo>
                  <a:pt x="197832" y="77617"/>
                </a:lnTo>
                <a:lnTo>
                  <a:pt x="205159" y="69503"/>
                </a:lnTo>
                <a:lnTo>
                  <a:pt x="212486" y="107288"/>
                </a:lnTo>
                <a:lnTo>
                  <a:pt x="219813" y="92441"/>
                </a:lnTo>
                <a:lnTo>
                  <a:pt x="227140" y="65353"/>
                </a:lnTo>
                <a:lnTo>
                  <a:pt x="234467" y="55193"/>
                </a:lnTo>
                <a:lnTo>
                  <a:pt x="241794" y="75147"/>
                </a:lnTo>
                <a:lnTo>
                  <a:pt x="249121" y="100192"/>
                </a:lnTo>
                <a:lnTo>
                  <a:pt x="256449" y="56977"/>
                </a:lnTo>
                <a:lnTo>
                  <a:pt x="263776" y="51648"/>
                </a:lnTo>
                <a:lnTo>
                  <a:pt x="271103" y="59468"/>
                </a:lnTo>
                <a:lnTo>
                  <a:pt x="278430" y="47277"/>
                </a:lnTo>
                <a:lnTo>
                  <a:pt x="285757" y="77084"/>
                </a:lnTo>
                <a:lnTo>
                  <a:pt x="293084" y="54251"/>
                </a:lnTo>
                <a:lnTo>
                  <a:pt x="300411" y="75197"/>
                </a:lnTo>
                <a:lnTo>
                  <a:pt x="307738" y="90123"/>
                </a:lnTo>
                <a:lnTo>
                  <a:pt x="315065" y="66898"/>
                </a:lnTo>
                <a:lnTo>
                  <a:pt x="322392" y="67133"/>
                </a:lnTo>
                <a:lnTo>
                  <a:pt x="329719" y="101811"/>
                </a:lnTo>
                <a:lnTo>
                  <a:pt x="337047" y="47228"/>
                </a:lnTo>
                <a:lnTo>
                  <a:pt x="344374" y="78361"/>
                </a:lnTo>
                <a:lnTo>
                  <a:pt x="351701" y="80111"/>
                </a:lnTo>
                <a:lnTo>
                  <a:pt x="359028" y="49469"/>
                </a:lnTo>
                <a:lnTo>
                  <a:pt x="366355" y="83383"/>
                </a:lnTo>
                <a:lnTo>
                  <a:pt x="373682" y="94258"/>
                </a:lnTo>
                <a:lnTo>
                  <a:pt x="381009" y="94470"/>
                </a:lnTo>
                <a:lnTo>
                  <a:pt x="388336" y="94298"/>
                </a:lnTo>
                <a:lnTo>
                  <a:pt x="395663" y="107140"/>
                </a:lnTo>
                <a:lnTo>
                  <a:pt x="402990" y="96715"/>
                </a:lnTo>
                <a:lnTo>
                  <a:pt x="410317" y="107024"/>
                </a:lnTo>
                <a:lnTo>
                  <a:pt x="417645" y="88217"/>
                </a:lnTo>
                <a:lnTo>
                  <a:pt x="424972" y="98900"/>
                </a:lnTo>
                <a:lnTo>
                  <a:pt x="432299" y="78418"/>
                </a:lnTo>
                <a:lnTo>
                  <a:pt x="439626" y="91438"/>
                </a:lnTo>
                <a:lnTo>
                  <a:pt x="446953" y="90552"/>
                </a:lnTo>
                <a:lnTo>
                  <a:pt x="454280" y="112309"/>
                </a:lnTo>
                <a:lnTo>
                  <a:pt x="461607" y="66018"/>
                </a:lnTo>
                <a:lnTo>
                  <a:pt x="468934" y="99233"/>
                </a:lnTo>
                <a:lnTo>
                  <a:pt x="476261" y="80970"/>
                </a:lnTo>
                <a:lnTo>
                  <a:pt x="483588" y="71410"/>
                </a:lnTo>
                <a:lnTo>
                  <a:pt x="490915" y="100222"/>
                </a:lnTo>
                <a:lnTo>
                  <a:pt x="498243" y="106739"/>
                </a:lnTo>
                <a:lnTo>
                  <a:pt x="505570" y="89012"/>
                </a:lnTo>
                <a:lnTo>
                  <a:pt x="512897" y="106059"/>
                </a:lnTo>
                <a:lnTo>
                  <a:pt x="520224" y="70026"/>
                </a:lnTo>
                <a:lnTo>
                  <a:pt x="527551" y="82541"/>
                </a:lnTo>
                <a:lnTo>
                  <a:pt x="534878" y="74622"/>
                </a:lnTo>
                <a:lnTo>
                  <a:pt x="542205" y="73456"/>
                </a:lnTo>
                <a:lnTo>
                  <a:pt x="549532" y="79259"/>
                </a:lnTo>
                <a:lnTo>
                  <a:pt x="556859" y="66576"/>
                </a:lnTo>
                <a:lnTo>
                  <a:pt x="564186" y="65396"/>
                </a:lnTo>
                <a:lnTo>
                  <a:pt x="571513" y="82976"/>
                </a:lnTo>
                <a:lnTo>
                  <a:pt x="578841" y="81395"/>
                </a:lnTo>
                <a:lnTo>
                  <a:pt x="586168" y="100867"/>
                </a:lnTo>
                <a:lnTo>
                  <a:pt x="593495" y="95923"/>
                </a:lnTo>
                <a:lnTo>
                  <a:pt x="600822" y="69080"/>
                </a:lnTo>
                <a:lnTo>
                  <a:pt x="608149" y="106674"/>
                </a:lnTo>
                <a:lnTo>
                  <a:pt x="615476" y="73251"/>
                </a:lnTo>
                <a:lnTo>
                  <a:pt x="622803" y="50951"/>
                </a:lnTo>
                <a:lnTo>
                  <a:pt x="630130" y="56488"/>
                </a:lnTo>
                <a:lnTo>
                  <a:pt x="637457" y="95130"/>
                </a:lnTo>
                <a:lnTo>
                  <a:pt x="644784" y="74091"/>
                </a:lnTo>
                <a:lnTo>
                  <a:pt x="652111" y="66560"/>
                </a:lnTo>
                <a:lnTo>
                  <a:pt x="659439" y="83520"/>
                </a:lnTo>
                <a:lnTo>
                  <a:pt x="666766" y="81796"/>
                </a:lnTo>
                <a:lnTo>
                  <a:pt x="674093" y="105539"/>
                </a:lnTo>
                <a:lnTo>
                  <a:pt x="681420" y="112722"/>
                </a:lnTo>
                <a:lnTo>
                  <a:pt x="688747" y="83342"/>
                </a:lnTo>
                <a:lnTo>
                  <a:pt x="696074" y="103561"/>
                </a:lnTo>
                <a:lnTo>
                  <a:pt x="703401" y="114167"/>
                </a:lnTo>
                <a:lnTo>
                  <a:pt x="710728" y="73823"/>
                </a:lnTo>
                <a:lnTo>
                  <a:pt x="718055" y="91612"/>
                </a:lnTo>
                <a:lnTo>
                  <a:pt x="725382" y="96355"/>
                </a:lnTo>
                <a:lnTo>
                  <a:pt x="732709" y="87209"/>
                </a:lnTo>
                <a:lnTo>
                  <a:pt x="740037" y="90734"/>
                </a:lnTo>
                <a:lnTo>
                  <a:pt x="747364" y="72186"/>
                </a:lnTo>
                <a:lnTo>
                  <a:pt x="754691" y="95989"/>
                </a:lnTo>
                <a:lnTo>
                  <a:pt x="762018" y="84623"/>
                </a:lnTo>
                <a:lnTo>
                  <a:pt x="769345" y="97595"/>
                </a:lnTo>
                <a:lnTo>
                  <a:pt x="776672" y="65647"/>
                </a:lnTo>
                <a:lnTo>
                  <a:pt x="783999" y="106880"/>
                </a:lnTo>
                <a:lnTo>
                  <a:pt x="791326" y="60990"/>
                </a:lnTo>
                <a:lnTo>
                  <a:pt x="798653" y="63215"/>
                </a:lnTo>
                <a:lnTo>
                  <a:pt x="805980" y="43844"/>
                </a:lnTo>
                <a:lnTo>
                  <a:pt x="813307" y="39106"/>
                </a:lnTo>
                <a:lnTo>
                  <a:pt x="820635" y="70076"/>
                </a:lnTo>
                <a:lnTo>
                  <a:pt x="827962" y="80234"/>
                </a:lnTo>
                <a:lnTo>
                  <a:pt x="835289" y="69021"/>
                </a:lnTo>
                <a:lnTo>
                  <a:pt x="842616" y="64146"/>
                </a:lnTo>
                <a:lnTo>
                  <a:pt x="849943" y="77545"/>
                </a:lnTo>
                <a:lnTo>
                  <a:pt x="857270" y="70725"/>
                </a:lnTo>
                <a:lnTo>
                  <a:pt x="864597" y="79350"/>
                </a:lnTo>
                <a:lnTo>
                  <a:pt x="871924" y="66452"/>
                </a:lnTo>
                <a:lnTo>
                  <a:pt x="879251" y="88822"/>
                </a:lnTo>
                <a:lnTo>
                  <a:pt x="886578" y="77704"/>
                </a:lnTo>
                <a:lnTo>
                  <a:pt x="893905" y="65290"/>
                </a:lnTo>
                <a:lnTo>
                  <a:pt x="901233" y="72400"/>
                </a:lnTo>
                <a:lnTo>
                  <a:pt x="908560" y="66051"/>
                </a:lnTo>
                <a:lnTo>
                  <a:pt x="915887" y="76366"/>
                </a:lnTo>
                <a:lnTo>
                  <a:pt x="923214" y="91802"/>
                </a:lnTo>
                <a:lnTo>
                  <a:pt x="930541" y="80045"/>
                </a:lnTo>
                <a:lnTo>
                  <a:pt x="937868" y="86895"/>
                </a:lnTo>
                <a:lnTo>
                  <a:pt x="945195" y="104787"/>
                </a:lnTo>
                <a:lnTo>
                  <a:pt x="952522" y="89824"/>
                </a:lnTo>
                <a:lnTo>
                  <a:pt x="959849" y="105128"/>
                </a:lnTo>
                <a:lnTo>
                  <a:pt x="967176" y="96724"/>
                </a:lnTo>
                <a:lnTo>
                  <a:pt x="974503" y="48433"/>
                </a:lnTo>
                <a:lnTo>
                  <a:pt x="981831" y="90996"/>
                </a:lnTo>
                <a:lnTo>
                  <a:pt x="989158" y="98820"/>
                </a:lnTo>
                <a:lnTo>
                  <a:pt x="996485" y="77872"/>
                </a:lnTo>
                <a:lnTo>
                  <a:pt x="1003812" y="81864"/>
                </a:lnTo>
                <a:lnTo>
                  <a:pt x="1011139" y="97566"/>
                </a:lnTo>
                <a:lnTo>
                  <a:pt x="1018466" y="78153"/>
                </a:lnTo>
                <a:lnTo>
                  <a:pt x="1025793" y="85046"/>
                </a:lnTo>
                <a:lnTo>
                  <a:pt x="1033120" y="91631"/>
                </a:lnTo>
                <a:lnTo>
                  <a:pt x="1040447" y="125865"/>
                </a:lnTo>
                <a:lnTo>
                  <a:pt x="1047774" y="81750"/>
                </a:lnTo>
                <a:lnTo>
                  <a:pt x="1055101" y="93992"/>
                </a:lnTo>
                <a:lnTo>
                  <a:pt x="1062429" y="72718"/>
                </a:lnTo>
                <a:lnTo>
                  <a:pt x="1069756" y="78524"/>
                </a:lnTo>
                <a:lnTo>
                  <a:pt x="1077083" y="62403"/>
                </a:lnTo>
                <a:lnTo>
                  <a:pt x="1084410" y="71861"/>
                </a:lnTo>
                <a:lnTo>
                  <a:pt x="1091737" y="102467"/>
                </a:lnTo>
                <a:lnTo>
                  <a:pt x="1099064" y="73985"/>
                </a:lnTo>
                <a:lnTo>
                  <a:pt x="1106391" y="76037"/>
                </a:lnTo>
                <a:lnTo>
                  <a:pt x="1113718" y="88684"/>
                </a:lnTo>
                <a:lnTo>
                  <a:pt x="1121045" y="93632"/>
                </a:lnTo>
                <a:lnTo>
                  <a:pt x="1128372" y="68971"/>
                </a:lnTo>
                <a:lnTo>
                  <a:pt x="1135699" y="84846"/>
                </a:lnTo>
                <a:lnTo>
                  <a:pt x="1143027" y="85817"/>
                </a:lnTo>
                <a:lnTo>
                  <a:pt x="1150354" y="75174"/>
                </a:lnTo>
                <a:lnTo>
                  <a:pt x="1157681" y="59641"/>
                </a:lnTo>
                <a:lnTo>
                  <a:pt x="1165008" y="93316"/>
                </a:lnTo>
                <a:lnTo>
                  <a:pt x="1172335" y="67978"/>
                </a:lnTo>
                <a:lnTo>
                  <a:pt x="1179662" y="73156"/>
                </a:lnTo>
                <a:lnTo>
                  <a:pt x="1186989" y="72791"/>
                </a:lnTo>
                <a:lnTo>
                  <a:pt x="1194316" y="63940"/>
                </a:lnTo>
                <a:lnTo>
                  <a:pt x="1201643" y="174816"/>
                </a:lnTo>
                <a:lnTo>
                  <a:pt x="1208970" y="84098"/>
                </a:lnTo>
                <a:lnTo>
                  <a:pt x="1216297" y="119151"/>
                </a:lnTo>
                <a:lnTo>
                  <a:pt x="1223625" y="88895"/>
                </a:lnTo>
                <a:lnTo>
                  <a:pt x="1230952" y="61555"/>
                </a:lnTo>
                <a:lnTo>
                  <a:pt x="1238279" y="59709"/>
                </a:lnTo>
                <a:lnTo>
                  <a:pt x="1245606" y="37139"/>
                </a:lnTo>
                <a:lnTo>
                  <a:pt x="1252933" y="35436"/>
                </a:lnTo>
                <a:lnTo>
                  <a:pt x="1260260" y="69310"/>
                </a:lnTo>
                <a:lnTo>
                  <a:pt x="1267587" y="62369"/>
                </a:lnTo>
                <a:lnTo>
                  <a:pt x="1274914" y="120381"/>
                </a:lnTo>
                <a:lnTo>
                  <a:pt x="1282241" y="89800"/>
                </a:lnTo>
                <a:lnTo>
                  <a:pt x="1289568" y="147034"/>
                </a:lnTo>
                <a:lnTo>
                  <a:pt x="1296895" y="116199"/>
                </a:lnTo>
                <a:lnTo>
                  <a:pt x="1304223" y="108852"/>
                </a:lnTo>
                <a:lnTo>
                  <a:pt x="1311550" y="133898"/>
                </a:lnTo>
                <a:lnTo>
                  <a:pt x="1318877" y="79483"/>
                </a:lnTo>
                <a:lnTo>
                  <a:pt x="1326204" y="83384"/>
                </a:lnTo>
                <a:lnTo>
                  <a:pt x="1333531" y="39295"/>
                </a:lnTo>
                <a:lnTo>
                  <a:pt x="1340858" y="34471"/>
                </a:lnTo>
                <a:lnTo>
                  <a:pt x="1348185" y="52108"/>
                </a:lnTo>
                <a:lnTo>
                  <a:pt x="1355512" y="84738"/>
                </a:lnTo>
                <a:lnTo>
                  <a:pt x="1362839" y="68422"/>
                </a:lnTo>
                <a:lnTo>
                  <a:pt x="1370166" y="95864"/>
                </a:lnTo>
                <a:lnTo>
                  <a:pt x="1377493" y="131293"/>
                </a:lnTo>
                <a:lnTo>
                  <a:pt x="1384821" y="115596"/>
                </a:lnTo>
                <a:lnTo>
                  <a:pt x="1392148" y="76001"/>
                </a:lnTo>
                <a:lnTo>
                  <a:pt x="1399475" y="81109"/>
                </a:lnTo>
                <a:lnTo>
                  <a:pt x="1406802" y="0"/>
                </a:lnTo>
                <a:lnTo>
                  <a:pt x="1414129" y="8485"/>
                </a:lnTo>
                <a:lnTo>
                  <a:pt x="1421456" y="844"/>
                </a:lnTo>
                <a:lnTo>
                  <a:pt x="1428783" y="51373"/>
                </a:lnTo>
                <a:lnTo>
                  <a:pt x="1436110" y="64357"/>
                </a:lnTo>
                <a:lnTo>
                  <a:pt x="1443437" y="91810"/>
                </a:lnTo>
                <a:lnTo>
                  <a:pt x="1450764" y="150606"/>
                </a:lnTo>
                <a:lnTo>
                  <a:pt x="1458091" y="98327"/>
                </a:lnTo>
                <a:lnTo>
                  <a:pt x="1465419" y="70621"/>
                </a:lnTo>
                <a:lnTo>
                  <a:pt x="1472746" y="80108"/>
                </a:lnTo>
                <a:lnTo>
                  <a:pt x="1480073" y="59751"/>
                </a:lnTo>
                <a:lnTo>
                  <a:pt x="1487400" y="88808"/>
                </a:lnTo>
                <a:lnTo>
                  <a:pt x="1494727" y="88628"/>
                </a:lnTo>
                <a:lnTo>
                  <a:pt x="1502054" y="5226"/>
                </a:lnTo>
                <a:lnTo>
                  <a:pt x="1509381" y="99697"/>
                </a:lnTo>
                <a:lnTo>
                  <a:pt x="1516708" y="45153"/>
                </a:lnTo>
                <a:lnTo>
                  <a:pt x="1524035" y="113785"/>
                </a:lnTo>
                <a:lnTo>
                  <a:pt x="1531362" y="94085"/>
                </a:lnTo>
                <a:lnTo>
                  <a:pt x="1538689" y="89472"/>
                </a:lnTo>
                <a:lnTo>
                  <a:pt x="1546017" y="136169"/>
                </a:lnTo>
                <a:lnTo>
                  <a:pt x="1553344" y="135288"/>
                </a:lnTo>
                <a:lnTo>
                  <a:pt x="1560671" y="92263"/>
                </a:lnTo>
                <a:lnTo>
                  <a:pt x="1567998" y="120013"/>
                </a:lnTo>
                <a:lnTo>
                  <a:pt x="1575325" y="54368"/>
                </a:lnTo>
                <a:lnTo>
                  <a:pt x="1582652" y="79783"/>
                </a:lnTo>
                <a:lnTo>
                  <a:pt x="1589979" y="84789"/>
                </a:lnTo>
                <a:lnTo>
                  <a:pt x="1597306" y="60535"/>
                </a:lnTo>
                <a:lnTo>
                  <a:pt x="1604633" y="89097"/>
                </a:lnTo>
                <a:lnTo>
                  <a:pt x="1611960" y="66660"/>
                </a:lnTo>
                <a:lnTo>
                  <a:pt x="1619287" y="153445"/>
                </a:lnTo>
                <a:lnTo>
                  <a:pt x="1626615" y="150445"/>
                </a:lnTo>
                <a:lnTo>
                  <a:pt x="1633942" y="159193"/>
                </a:lnTo>
                <a:lnTo>
                  <a:pt x="1641269" y="113254"/>
                </a:lnTo>
                <a:lnTo>
                  <a:pt x="1648596" y="82300"/>
                </a:lnTo>
                <a:lnTo>
                  <a:pt x="1655923" y="79964"/>
                </a:lnTo>
                <a:lnTo>
                  <a:pt x="1663250" y="78884"/>
                </a:lnTo>
                <a:lnTo>
                  <a:pt x="1670577" y="51253"/>
                </a:lnTo>
                <a:lnTo>
                  <a:pt x="1677904" y="40372"/>
                </a:lnTo>
                <a:lnTo>
                  <a:pt x="1685231" y="75585"/>
                </a:lnTo>
                <a:lnTo>
                  <a:pt x="1692558" y="70615"/>
                </a:lnTo>
                <a:lnTo>
                  <a:pt x="1699885" y="80897"/>
                </a:lnTo>
                <a:lnTo>
                  <a:pt x="1707213" y="125708"/>
                </a:lnTo>
                <a:lnTo>
                  <a:pt x="1714540" y="115318"/>
                </a:lnTo>
                <a:lnTo>
                  <a:pt x="1721867" y="114059"/>
                </a:lnTo>
                <a:lnTo>
                  <a:pt x="1729194" y="48817"/>
                </a:lnTo>
                <a:lnTo>
                  <a:pt x="1736521" y="27121"/>
                </a:lnTo>
                <a:lnTo>
                  <a:pt x="1743848" y="53593"/>
                </a:lnTo>
                <a:lnTo>
                  <a:pt x="1751175" y="48055"/>
                </a:lnTo>
                <a:lnTo>
                  <a:pt x="1758502" y="50912"/>
                </a:lnTo>
                <a:lnTo>
                  <a:pt x="1765829" y="34464"/>
                </a:lnTo>
                <a:lnTo>
                  <a:pt x="1773156" y="84644"/>
                </a:lnTo>
                <a:lnTo>
                  <a:pt x="1780483" y="90008"/>
                </a:lnTo>
                <a:lnTo>
                  <a:pt x="1787811" y="130172"/>
                </a:lnTo>
                <a:lnTo>
                  <a:pt x="1795138" y="139606"/>
                </a:lnTo>
                <a:lnTo>
                  <a:pt x="1802465" y="85470"/>
                </a:lnTo>
                <a:lnTo>
                  <a:pt x="1809792" y="106535"/>
                </a:lnTo>
                <a:lnTo>
                  <a:pt x="1817119" y="117353"/>
                </a:lnTo>
                <a:lnTo>
                  <a:pt x="1824446" y="73849"/>
                </a:lnTo>
                <a:lnTo>
                  <a:pt x="1831773" y="100278"/>
                </a:lnTo>
                <a:lnTo>
                  <a:pt x="1839100" y="95200"/>
                </a:lnTo>
                <a:lnTo>
                  <a:pt x="1846427" y="105300"/>
                </a:lnTo>
                <a:lnTo>
                  <a:pt x="1853754" y="97837"/>
                </a:lnTo>
                <a:lnTo>
                  <a:pt x="1861081" y="111170"/>
                </a:lnTo>
                <a:lnTo>
                  <a:pt x="1868409" y="91802"/>
                </a:lnTo>
                <a:lnTo>
                  <a:pt x="1875736" y="74243"/>
                </a:lnTo>
                <a:lnTo>
                  <a:pt x="1883063" y="89922"/>
                </a:lnTo>
                <a:lnTo>
                  <a:pt x="1890390" y="80036"/>
                </a:lnTo>
                <a:lnTo>
                  <a:pt x="1897717" y="77301"/>
                </a:lnTo>
                <a:lnTo>
                  <a:pt x="1905044" y="95105"/>
                </a:lnTo>
                <a:lnTo>
                  <a:pt x="1912371" y="75953"/>
                </a:lnTo>
                <a:lnTo>
                  <a:pt x="1919698" y="97570"/>
                </a:lnTo>
                <a:lnTo>
                  <a:pt x="1927025" y="104809"/>
                </a:lnTo>
                <a:lnTo>
                  <a:pt x="1934352" y="86733"/>
                </a:lnTo>
                <a:lnTo>
                  <a:pt x="1941679" y="68813"/>
                </a:lnTo>
                <a:lnTo>
                  <a:pt x="1949007" y="59476"/>
                </a:lnTo>
                <a:lnTo>
                  <a:pt x="1956334" y="72516"/>
                </a:lnTo>
                <a:lnTo>
                  <a:pt x="1963661" y="45557"/>
                </a:lnTo>
                <a:lnTo>
                  <a:pt x="1970988" y="56145"/>
                </a:lnTo>
                <a:lnTo>
                  <a:pt x="1978315" y="78328"/>
                </a:lnTo>
                <a:lnTo>
                  <a:pt x="1985642" y="59102"/>
                </a:lnTo>
                <a:lnTo>
                  <a:pt x="1992969" y="104850"/>
                </a:lnTo>
                <a:lnTo>
                  <a:pt x="2000296" y="83436"/>
                </a:lnTo>
                <a:lnTo>
                  <a:pt x="2007623" y="80683"/>
                </a:lnTo>
                <a:lnTo>
                  <a:pt x="2014950" y="55018"/>
                </a:lnTo>
                <a:lnTo>
                  <a:pt x="2022277" y="72072"/>
                </a:lnTo>
                <a:lnTo>
                  <a:pt x="2029605" y="68722"/>
                </a:lnTo>
                <a:lnTo>
                  <a:pt x="2036932" y="87473"/>
                </a:lnTo>
                <a:lnTo>
                  <a:pt x="2044259" y="75333"/>
                </a:lnTo>
                <a:lnTo>
                  <a:pt x="2051586" y="92553"/>
                </a:lnTo>
                <a:lnTo>
                  <a:pt x="2058913" y="66325"/>
                </a:lnTo>
                <a:lnTo>
                  <a:pt x="2066240" y="93212"/>
                </a:lnTo>
                <a:lnTo>
                  <a:pt x="2073567" y="93503"/>
                </a:lnTo>
                <a:lnTo>
                  <a:pt x="2080894" y="73306"/>
                </a:lnTo>
                <a:lnTo>
                  <a:pt x="2088221" y="93690"/>
                </a:lnTo>
                <a:lnTo>
                  <a:pt x="2095548" y="86600"/>
                </a:lnTo>
                <a:lnTo>
                  <a:pt x="2102875" y="114894"/>
                </a:lnTo>
                <a:lnTo>
                  <a:pt x="2110203" y="130829"/>
                </a:lnTo>
                <a:lnTo>
                  <a:pt x="2117530" y="60062"/>
                </a:lnTo>
                <a:lnTo>
                  <a:pt x="2124857" y="94815"/>
                </a:lnTo>
                <a:lnTo>
                  <a:pt x="2132184" y="79563"/>
                </a:lnTo>
                <a:lnTo>
                  <a:pt x="2139511" y="120833"/>
                </a:lnTo>
                <a:lnTo>
                  <a:pt x="2146838" y="85132"/>
                </a:lnTo>
                <a:lnTo>
                  <a:pt x="2154165" y="88485"/>
                </a:lnTo>
                <a:lnTo>
                  <a:pt x="2161492" y="90957"/>
                </a:lnTo>
                <a:lnTo>
                  <a:pt x="2168819" y="100400"/>
                </a:lnTo>
                <a:lnTo>
                  <a:pt x="2176146" y="123661"/>
                </a:lnTo>
                <a:lnTo>
                  <a:pt x="2183473" y="94493"/>
                </a:lnTo>
                <a:lnTo>
                  <a:pt x="2190801" y="68497"/>
                </a:lnTo>
                <a:lnTo>
                  <a:pt x="2198128" y="87924"/>
                </a:lnTo>
                <a:lnTo>
                  <a:pt x="2205455" y="99597"/>
                </a:lnTo>
                <a:lnTo>
                  <a:pt x="2212782" y="78837"/>
                </a:lnTo>
                <a:lnTo>
                  <a:pt x="2220109" y="79319"/>
                </a:lnTo>
                <a:lnTo>
                  <a:pt x="2227436" y="64293"/>
                </a:lnTo>
                <a:lnTo>
                  <a:pt x="2234763" y="51575"/>
                </a:lnTo>
                <a:lnTo>
                  <a:pt x="2242090" y="58356"/>
                </a:lnTo>
                <a:lnTo>
                  <a:pt x="2249417" y="71982"/>
                </a:lnTo>
                <a:lnTo>
                  <a:pt x="2256744" y="80762"/>
                </a:lnTo>
                <a:lnTo>
                  <a:pt x="2264071" y="83941"/>
                </a:lnTo>
                <a:lnTo>
                  <a:pt x="2271399" y="82444"/>
                </a:lnTo>
                <a:lnTo>
                  <a:pt x="2278726" y="89221"/>
                </a:lnTo>
                <a:lnTo>
                  <a:pt x="2286053" y="59408"/>
                </a:lnTo>
                <a:lnTo>
                  <a:pt x="2293380" y="84308"/>
                </a:lnTo>
                <a:lnTo>
                  <a:pt x="2300707" y="86280"/>
                </a:lnTo>
                <a:lnTo>
                  <a:pt x="2308034" y="67311"/>
                </a:lnTo>
                <a:lnTo>
                  <a:pt x="2315361" y="55316"/>
                </a:lnTo>
                <a:lnTo>
                  <a:pt x="2322688" y="77266"/>
                </a:lnTo>
                <a:lnTo>
                  <a:pt x="2330015" y="59925"/>
                </a:lnTo>
                <a:lnTo>
                  <a:pt x="2337342" y="78657"/>
                </a:lnTo>
                <a:lnTo>
                  <a:pt x="2344669" y="112096"/>
                </a:lnTo>
                <a:lnTo>
                  <a:pt x="2351996" y="80784"/>
                </a:lnTo>
                <a:lnTo>
                  <a:pt x="2359324" y="120609"/>
                </a:lnTo>
                <a:lnTo>
                  <a:pt x="2366651" y="80868"/>
                </a:lnTo>
                <a:lnTo>
                  <a:pt x="2373978" y="97562"/>
                </a:lnTo>
                <a:lnTo>
                  <a:pt x="2381305" y="78999"/>
                </a:lnTo>
                <a:lnTo>
                  <a:pt x="2388632" y="77767"/>
                </a:lnTo>
                <a:lnTo>
                  <a:pt x="2395959" y="106112"/>
                </a:lnTo>
                <a:lnTo>
                  <a:pt x="2403286" y="98152"/>
                </a:lnTo>
                <a:lnTo>
                  <a:pt x="2410613" y="68149"/>
                </a:lnTo>
                <a:lnTo>
                  <a:pt x="2417940" y="94669"/>
                </a:lnTo>
                <a:lnTo>
                  <a:pt x="2425267" y="79951"/>
                </a:lnTo>
                <a:lnTo>
                  <a:pt x="2432594" y="98132"/>
                </a:lnTo>
                <a:lnTo>
                  <a:pt x="2439922" y="105169"/>
                </a:lnTo>
                <a:lnTo>
                  <a:pt x="2447249" y="99439"/>
                </a:lnTo>
                <a:lnTo>
                  <a:pt x="2454576" y="90441"/>
                </a:lnTo>
                <a:lnTo>
                  <a:pt x="2461903" y="81086"/>
                </a:lnTo>
                <a:lnTo>
                  <a:pt x="2469230" y="97222"/>
                </a:lnTo>
                <a:lnTo>
                  <a:pt x="2476557" y="58599"/>
                </a:lnTo>
                <a:lnTo>
                  <a:pt x="2483884" y="66334"/>
                </a:lnTo>
                <a:lnTo>
                  <a:pt x="2491211" y="39101"/>
                </a:lnTo>
                <a:lnTo>
                  <a:pt x="2498538" y="54378"/>
                </a:lnTo>
                <a:lnTo>
                  <a:pt x="2505865" y="87436"/>
                </a:lnTo>
                <a:lnTo>
                  <a:pt x="2513192" y="86722"/>
                </a:lnTo>
                <a:lnTo>
                  <a:pt x="2520520" y="72632"/>
                </a:lnTo>
                <a:lnTo>
                  <a:pt x="2527847" y="65815"/>
                </a:lnTo>
                <a:lnTo>
                  <a:pt x="2535174" y="88367"/>
                </a:lnTo>
                <a:lnTo>
                  <a:pt x="2542501" y="62099"/>
                </a:lnTo>
                <a:lnTo>
                  <a:pt x="2549828" y="76433"/>
                </a:lnTo>
                <a:lnTo>
                  <a:pt x="2557155" y="63350"/>
                </a:lnTo>
                <a:lnTo>
                  <a:pt x="2564482" y="47271"/>
                </a:lnTo>
                <a:lnTo>
                  <a:pt x="2571809" y="71778"/>
                </a:lnTo>
                <a:lnTo>
                  <a:pt x="2579136" y="67158"/>
                </a:lnTo>
                <a:lnTo>
                  <a:pt x="2586463" y="78234"/>
                </a:lnTo>
                <a:lnTo>
                  <a:pt x="2593790" y="50082"/>
                </a:lnTo>
                <a:lnTo>
                  <a:pt x="2601118" y="87631"/>
                </a:lnTo>
                <a:lnTo>
                  <a:pt x="2608445" y="77337"/>
                </a:lnTo>
                <a:lnTo>
                  <a:pt x="2615772" y="79168"/>
                </a:lnTo>
                <a:lnTo>
                  <a:pt x="2623099" y="85122"/>
                </a:lnTo>
                <a:lnTo>
                  <a:pt x="2630426" y="78724"/>
                </a:lnTo>
                <a:lnTo>
                  <a:pt x="2637753" y="75611"/>
                </a:lnTo>
                <a:lnTo>
                  <a:pt x="2645080" y="60402"/>
                </a:lnTo>
                <a:lnTo>
                  <a:pt x="2652407" y="60785"/>
                </a:lnTo>
                <a:lnTo>
                  <a:pt x="2659734" y="96760"/>
                </a:lnTo>
                <a:lnTo>
                  <a:pt x="2667061" y="80685"/>
                </a:lnTo>
                <a:lnTo>
                  <a:pt x="2674388" y="80626"/>
                </a:lnTo>
                <a:lnTo>
                  <a:pt x="2681716" y="85684"/>
                </a:lnTo>
                <a:lnTo>
                  <a:pt x="2689043" y="89861"/>
                </a:lnTo>
                <a:lnTo>
                  <a:pt x="2696370" y="87288"/>
                </a:lnTo>
                <a:lnTo>
                  <a:pt x="2703697" y="124219"/>
                </a:lnTo>
                <a:lnTo>
                  <a:pt x="2711024" y="103167"/>
                </a:lnTo>
                <a:lnTo>
                  <a:pt x="2718351" y="82835"/>
                </a:lnTo>
                <a:lnTo>
                  <a:pt x="2725678" y="101159"/>
                </a:lnTo>
                <a:lnTo>
                  <a:pt x="2733005" y="95461"/>
                </a:lnTo>
                <a:lnTo>
                  <a:pt x="2740332" y="77932"/>
                </a:lnTo>
                <a:lnTo>
                  <a:pt x="2747659" y="104927"/>
                </a:lnTo>
                <a:lnTo>
                  <a:pt x="2754986" y="121953"/>
                </a:lnTo>
                <a:lnTo>
                  <a:pt x="2762314" y="84219"/>
                </a:lnTo>
                <a:lnTo>
                  <a:pt x="2769641" y="72998"/>
                </a:lnTo>
                <a:lnTo>
                  <a:pt x="2776968" y="76857"/>
                </a:lnTo>
                <a:lnTo>
                  <a:pt x="2784295" y="103675"/>
                </a:lnTo>
                <a:lnTo>
                  <a:pt x="2791622" y="117094"/>
                </a:lnTo>
                <a:lnTo>
                  <a:pt x="2798949" y="106418"/>
                </a:lnTo>
                <a:lnTo>
                  <a:pt x="2806276" y="97137"/>
                </a:lnTo>
                <a:lnTo>
                  <a:pt x="2813603" y="71012"/>
                </a:lnTo>
                <a:lnTo>
                  <a:pt x="2820930" y="91422"/>
                </a:lnTo>
                <a:lnTo>
                  <a:pt x="2828257" y="75676"/>
                </a:lnTo>
                <a:lnTo>
                  <a:pt x="2835584" y="67826"/>
                </a:lnTo>
                <a:lnTo>
                  <a:pt x="2842912" y="67916"/>
                </a:lnTo>
                <a:lnTo>
                  <a:pt x="2850239" y="57135"/>
                </a:lnTo>
                <a:lnTo>
                  <a:pt x="2857566" y="62912"/>
                </a:lnTo>
                <a:lnTo>
                  <a:pt x="2864893" y="57641"/>
                </a:lnTo>
                <a:lnTo>
                  <a:pt x="2872220" y="63621"/>
                </a:lnTo>
                <a:lnTo>
                  <a:pt x="2879547" y="75005"/>
                </a:lnTo>
                <a:lnTo>
                  <a:pt x="2886874" y="69082"/>
                </a:lnTo>
                <a:lnTo>
                  <a:pt x="2894201" y="70023"/>
                </a:lnTo>
                <a:lnTo>
                  <a:pt x="2901528" y="80792"/>
                </a:lnTo>
                <a:lnTo>
                  <a:pt x="2908855" y="85222"/>
                </a:lnTo>
                <a:lnTo>
                  <a:pt x="2916182" y="78194"/>
                </a:lnTo>
                <a:lnTo>
                  <a:pt x="2923510" y="69009"/>
                </a:lnTo>
                <a:lnTo>
                  <a:pt x="2930837" y="81472"/>
                </a:lnTo>
                <a:lnTo>
                  <a:pt x="2938164" y="80976"/>
                </a:lnTo>
                <a:lnTo>
                  <a:pt x="2945491" y="60530"/>
                </a:lnTo>
                <a:lnTo>
                  <a:pt x="2952818" y="73856"/>
                </a:lnTo>
                <a:lnTo>
                  <a:pt x="2960145" y="65031"/>
                </a:lnTo>
                <a:lnTo>
                  <a:pt x="2967472" y="84685"/>
                </a:lnTo>
                <a:lnTo>
                  <a:pt x="2974799" y="89957"/>
                </a:lnTo>
                <a:lnTo>
                  <a:pt x="2982126" y="110420"/>
                </a:lnTo>
                <a:lnTo>
                  <a:pt x="2989453" y="79066"/>
                </a:lnTo>
                <a:lnTo>
                  <a:pt x="2996780" y="104001"/>
                </a:lnTo>
                <a:lnTo>
                  <a:pt x="3004108" y="86017"/>
                </a:lnTo>
                <a:lnTo>
                  <a:pt x="3011435" y="94835"/>
                </a:lnTo>
                <a:lnTo>
                  <a:pt x="3018762" y="102566"/>
                </a:lnTo>
                <a:lnTo>
                  <a:pt x="3026089" y="78406"/>
                </a:lnTo>
                <a:lnTo>
                  <a:pt x="3033416" y="72896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56551F9F-1769-47FA-89E3-29CF9288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2" y="3534675"/>
            <a:ext cx="247923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Ch 6</a:t>
            </a:r>
          </a:p>
        </p:txBody>
      </p:sp>
      <p:sp>
        <p:nvSpPr>
          <p:cNvPr id="5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073A3B0-E99E-4F47-A1C9-C74B976F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5" y="3533792"/>
            <a:ext cx="3033416" cy="176870"/>
          </a:xfrm>
          <a:custGeom xmlns:a="http://schemas.openxmlformats.org/drawingml/2006/main">
            <a:rect l="l" t="t" r="r" b="b"/>
            <a:pathLst>
              <a:path w="3033416" h="176870">
                <a:moveTo>
                  <a:pt x="0" y="71582"/>
                </a:moveTo>
                <a:lnTo>
                  <a:pt x="7328" y="76818"/>
                </a:lnTo>
                <a:lnTo>
                  <a:pt x="14655" y="79670"/>
                </a:lnTo>
                <a:lnTo>
                  <a:pt x="21982" y="128592"/>
                </a:lnTo>
                <a:lnTo>
                  <a:pt x="29309" y="145783"/>
                </a:lnTo>
                <a:lnTo>
                  <a:pt x="36636" y="100539"/>
                </a:lnTo>
                <a:lnTo>
                  <a:pt x="43963" y="109354"/>
                </a:lnTo>
                <a:lnTo>
                  <a:pt x="51290" y="81174"/>
                </a:lnTo>
                <a:lnTo>
                  <a:pt x="58617" y="109212"/>
                </a:lnTo>
                <a:lnTo>
                  <a:pt x="65944" y="68515"/>
                </a:lnTo>
                <a:lnTo>
                  <a:pt x="73271" y="108683"/>
                </a:lnTo>
                <a:lnTo>
                  <a:pt x="80598" y="78387"/>
                </a:lnTo>
                <a:lnTo>
                  <a:pt x="87926" y="59643"/>
                </a:lnTo>
                <a:lnTo>
                  <a:pt x="95253" y="112554"/>
                </a:lnTo>
                <a:lnTo>
                  <a:pt x="102580" y="120614"/>
                </a:lnTo>
                <a:lnTo>
                  <a:pt x="109907" y="140063"/>
                </a:lnTo>
                <a:lnTo>
                  <a:pt x="117234" y="115886"/>
                </a:lnTo>
                <a:lnTo>
                  <a:pt x="124561" y="121577"/>
                </a:lnTo>
                <a:lnTo>
                  <a:pt x="131888" y="117954"/>
                </a:lnTo>
                <a:lnTo>
                  <a:pt x="139215" y="90164"/>
                </a:lnTo>
                <a:lnTo>
                  <a:pt x="146542" y="66560"/>
                </a:lnTo>
                <a:lnTo>
                  <a:pt x="153869" y="81902"/>
                </a:lnTo>
                <a:lnTo>
                  <a:pt x="161196" y="111828"/>
                </a:lnTo>
                <a:lnTo>
                  <a:pt x="168523" y="65525"/>
                </a:lnTo>
                <a:lnTo>
                  <a:pt x="175851" y="84842"/>
                </a:lnTo>
                <a:lnTo>
                  <a:pt x="183178" y="112971"/>
                </a:lnTo>
                <a:lnTo>
                  <a:pt x="190505" y="91509"/>
                </a:lnTo>
                <a:lnTo>
                  <a:pt x="197832" y="90431"/>
                </a:lnTo>
                <a:lnTo>
                  <a:pt x="205159" y="82202"/>
                </a:lnTo>
                <a:lnTo>
                  <a:pt x="212486" y="90259"/>
                </a:lnTo>
                <a:lnTo>
                  <a:pt x="219813" y="93499"/>
                </a:lnTo>
                <a:lnTo>
                  <a:pt x="227140" y="74523"/>
                </a:lnTo>
                <a:lnTo>
                  <a:pt x="234467" y="82627"/>
                </a:lnTo>
                <a:lnTo>
                  <a:pt x="241794" y="79513"/>
                </a:lnTo>
                <a:lnTo>
                  <a:pt x="249121" y="84761"/>
                </a:lnTo>
                <a:lnTo>
                  <a:pt x="256449" y="89910"/>
                </a:lnTo>
                <a:lnTo>
                  <a:pt x="263776" y="88238"/>
                </a:lnTo>
                <a:lnTo>
                  <a:pt x="271103" y="107549"/>
                </a:lnTo>
                <a:lnTo>
                  <a:pt x="278430" y="81331"/>
                </a:lnTo>
                <a:lnTo>
                  <a:pt x="285757" y="88697"/>
                </a:lnTo>
                <a:lnTo>
                  <a:pt x="293084" y="111794"/>
                </a:lnTo>
                <a:lnTo>
                  <a:pt x="300411" y="116903"/>
                </a:lnTo>
                <a:lnTo>
                  <a:pt x="307738" y="118018"/>
                </a:lnTo>
                <a:lnTo>
                  <a:pt x="315065" y="112785"/>
                </a:lnTo>
                <a:lnTo>
                  <a:pt x="322392" y="125492"/>
                </a:lnTo>
                <a:lnTo>
                  <a:pt x="329719" y="90882"/>
                </a:lnTo>
                <a:lnTo>
                  <a:pt x="337047" y="110163"/>
                </a:lnTo>
                <a:lnTo>
                  <a:pt x="344374" y="77020"/>
                </a:lnTo>
                <a:lnTo>
                  <a:pt x="351701" y="113150"/>
                </a:lnTo>
                <a:lnTo>
                  <a:pt x="359028" y="100131"/>
                </a:lnTo>
                <a:lnTo>
                  <a:pt x="366355" y="121145"/>
                </a:lnTo>
                <a:lnTo>
                  <a:pt x="373682" y="118504"/>
                </a:lnTo>
                <a:lnTo>
                  <a:pt x="381009" y="97201"/>
                </a:lnTo>
                <a:lnTo>
                  <a:pt x="388336" y="107364"/>
                </a:lnTo>
                <a:lnTo>
                  <a:pt x="395663" y="118778"/>
                </a:lnTo>
                <a:lnTo>
                  <a:pt x="402990" y="91051"/>
                </a:lnTo>
                <a:lnTo>
                  <a:pt x="410317" y="128235"/>
                </a:lnTo>
                <a:lnTo>
                  <a:pt x="417645" y="83163"/>
                </a:lnTo>
                <a:lnTo>
                  <a:pt x="424972" y="102483"/>
                </a:lnTo>
                <a:lnTo>
                  <a:pt x="432299" y="81306"/>
                </a:lnTo>
                <a:lnTo>
                  <a:pt x="439626" y="70551"/>
                </a:lnTo>
                <a:lnTo>
                  <a:pt x="446953" y="97704"/>
                </a:lnTo>
                <a:lnTo>
                  <a:pt x="454280" y="86865"/>
                </a:lnTo>
                <a:lnTo>
                  <a:pt x="461607" y="104119"/>
                </a:lnTo>
                <a:lnTo>
                  <a:pt x="468934" y="92994"/>
                </a:lnTo>
                <a:lnTo>
                  <a:pt x="476261" y="100733"/>
                </a:lnTo>
                <a:lnTo>
                  <a:pt x="483588" y="98687"/>
                </a:lnTo>
                <a:lnTo>
                  <a:pt x="490915" y="93414"/>
                </a:lnTo>
                <a:lnTo>
                  <a:pt x="498243" y="88417"/>
                </a:lnTo>
                <a:lnTo>
                  <a:pt x="505570" y="66829"/>
                </a:lnTo>
                <a:lnTo>
                  <a:pt x="512897" y="74839"/>
                </a:lnTo>
                <a:lnTo>
                  <a:pt x="520224" y="66654"/>
                </a:lnTo>
                <a:lnTo>
                  <a:pt x="527551" y="85644"/>
                </a:lnTo>
                <a:lnTo>
                  <a:pt x="534878" y="81692"/>
                </a:lnTo>
                <a:lnTo>
                  <a:pt x="542205" y="117830"/>
                </a:lnTo>
                <a:lnTo>
                  <a:pt x="549532" y="94280"/>
                </a:lnTo>
                <a:lnTo>
                  <a:pt x="556859" y="77666"/>
                </a:lnTo>
                <a:lnTo>
                  <a:pt x="564186" y="89304"/>
                </a:lnTo>
                <a:lnTo>
                  <a:pt x="571513" y="103811"/>
                </a:lnTo>
                <a:lnTo>
                  <a:pt x="578841" y="106743"/>
                </a:lnTo>
                <a:lnTo>
                  <a:pt x="586168" y="102020"/>
                </a:lnTo>
                <a:lnTo>
                  <a:pt x="593495" y="87576"/>
                </a:lnTo>
                <a:lnTo>
                  <a:pt x="600822" y="91177"/>
                </a:lnTo>
                <a:lnTo>
                  <a:pt x="608149" y="101792"/>
                </a:lnTo>
                <a:lnTo>
                  <a:pt x="615476" y="89301"/>
                </a:lnTo>
                <a:lnTo>
                  <a:pt x="622803" y="108156"/>
                </a:lnTo>
                <a:lnTo>
                  <a:pt x="630130" y="114916"/>
                </a:lnTo>
                <a:lnTo>
                  <a:pt x="637457" y="120271"/>
                </a:lnTo>
                <a:lnTo>
                  <a:pt x="644784" y="105070"/>
                </a:lnTo>
                <a:lnTo>
                  <a:pt x="652111" y="106144"/>
                </a:lnTo>
                <a:lnTo>
                  <a:pt x="659439" y="113506"/>
                </a:lnTo>
                <a:lnTo>
                  <a:pt x="666766" y="116529"/>
                </a:lnTo>
                <a:lnTo>
                  <a:pt x="674093" y="109626"/>
                </a:lnTo>
                <a:lnTo>
                  <a:pt x="681420" y="84874"/>
                </a:lnTo>
                <a:lnTo>
                  <a:pt x="688747" y="102479"/>
                </a:lnTo>
                <a:lnTo>
                  <a:pt x="696074" y="92793"/>
                </a:lnTo>
                <a:lnTo>
                  <a:pt x="703401" y="92537"/>
                </a:lnTo>
                <a:lnTo>
                  <a:pt x="710728" y="97270"/>
                </a:lnTo>
                <a:lnTo>
                  <a:pt x="718055" y="50954"/>
                </a:lnTo>
                <a:lnTo>
                  <a:pt x="725382" y="118309"/>
                </a:lnTo>
                <a:lnTo>
                  <a:pt x="732709" y="101935"/>
                </a:lnTo>
                <a:lnTo>
                  <a:pt x="740037" y="122982"/>
                </a:lnTo>
                <a:lnTo>
                  <a:pt x="747364" y="97424"/>
                </a:lnTo>
                <a:lnTo>
                  <a:pt x="754691" y="104629"/>
                </a:lnTo>
                <a:lnTo>
                  <a:pt x="762018" y="80393"/>
                </a:lnTo>
                <a:lnTo>
                  <a:pt x="769345" y="98678"/>
                </a:lnTo>
                <a:lnTo>
                  <a:pt x="776672" y="61839"/>
                </a:lnTo>
                <a:lnTo>
                  <a:pt x="783999" y="58035"/>
                </a:lnTo>
                <a:lnTo>
                  <a:pt x="791326" y="87883"/>
                </a:lnTo>
                <a:lnTo>
                  <a:pt x="798653" y="57587"/>
                </a:lnTo>
                <a:lnTo>
                  <a:pt x="805980" y="99235"/>
                </a:lnTo>
                <a:lnTo>
                  <a:pt x="813307" y="67437"/>
                </a:lnTo>
                <a:lnTo>
                  <a:pt x="820635" y="94583"/>
                </a:lnTo>
                <a:lnTo>
                  <a:pt x="827962" y="78037"/>
                </a:lnTo>
                <a:lnTo>
                  <a:pt x="835289" y="104251"/>
                </a:lnTo>
                <a:lnTo>
                  <a:pt x="842616" y="87912"/>
                </a:lnTo>
                <a:lnTo>
                  <a:pt x="849943" y="83876"/>
                </a:lnTo>
                <a:lnTo>
                  <a:pt x="857270" y="93190"/>
                </a:lnTo>
                <a:lnTo>
                  <a:pt x="864597" y="107857"/>
                </a:lnTo>
                <a:lnTo>
                  <a:pt x="871924" y="73072"/>
                </a:lnTo>
                <a:lnTo>
                  <a:pt x="879251" y="114723"/>
                </a:lnTo>
                <a:lnTo>
                  <a:pt x="886578" y="82142"/>
                </a:lnTo>
                <a:lnTo>
                  <a:pt x="893905" y="90373"/>
                </a:lnTo>
                <a:lnTo>
                  <a:pt x="901233" y="123454"/>
                </a:lnTo>
                <a:lnTo>
                  <a:pt x="908560" y="108186"/>
                </a:lnTo>
                <a:lnTo>
                  <a:pt x="915887" y="100851"/>
                </a:lnTo>
                <a:lnTo>
                  <a:pt x="923214" y="113918"/>
                </a:lnTo>
                <a:lnTo>
                  <a:pt x="930541" y="95070"/>
                </a:lnTo>
                <a:lnTo>
                  <a:pt x="937868" y="119660"/>
                </a:lnTo>
                <a:lnTo>
                  <a:pt x="945195" y="135355"/>
                </a:lnTo>
                <a:lnTo>
                  <a:pt x="952522" y="114536"/>
                </a:lnTo>
                <a:lnTo>
                  <a:pt x="959849" y="100401"/>
                </a:lnTo>
                <a:lnTo>
                  <a:pt x="967176" y="112996"/>
                </a:lnTo>
                <a:lnTo>
                  <a:pt x="974503" y="65813"/>
                </a:lnTo>
                <a:lnTo>
                  <a:pt x="981831" y="96877"/>
                </a:lnTo>
                <a:lnTo>
                  <a:pt x="989158" y="102513"/>
                </a:lnTo>
                <a:lnTo>
                  <a:pt x="996485" y="111790"/>
                </a:lnTo>
                <a:lnTo>
                  <a:pt x="1003812" y="112926"/>
                </a:lnTo>
                <a:lnTo>
                  <a:pt x="1011139" y="98849"/>
                </a:lnTo>
                <a:lnTo>
                  <a:pt x="1018466" y="88050"/>
                </a:lnTo>
                <a:lnTo>
                  <a:pt x="1025793" y="71394"/>
                </a:lnTo>
                <a:lnTo>
                  <a:pt x="1033120" y="85295"/>
                </a:lnTo>
                <a:lnTo>
                  <a:pt x="1040447" y="67349"/>
                </a:lnTo>
                <a:lnTo>
                  <a:pt x="1047774" y="83886"/>
                </a:lnTo>
                <a:lnTo>
                  <a:pt x="1055101" y="96353"/>
                </a:lnTo>
                <a:lnTo>
                  <a:pt x="1062429" y="64017"/>
                </a:lnTo>
                <a:lnTo>
                  <a:pt x="1069756" y="66716"/>
                </a:lnTo>
                <a:lnTo>
                  <a:pt x="1077083" y="67421"/>
                </a:lnTo>
                <a:lnTo>
                  <a:pt x="1084410" y="94808"/>
                </a:lnTo>
                <a:lnTo>
                  <a:pt x="1091737" y="94348"/>
                </a:lnTo>
                <a:lnTo>
                  <a:pt x="1099064" y="102809"/>
                </a:lnTo>
                <a:lnTo>
                  <a:pt x="1106391" y="96084"/>
                </a:lnTo>
                <a:lnTo>
                  <a:pt x="1113718" y="88214"/>
                </a:lnTo>
                <a:lnTo>
                  <a:pt x="1121045" y="88866"/>
                </a:lnTo>
                <a:lnTo>
                  <a:pt x="1128372" y="75030"/>
                </a:lnTo>
                <a:lnTo>
                  <a:pt x="1135699" y="79064"/>
                </a:lnTo>
                <a:lnTo>
                  <a:pt x="1143027" y="82251"/>
                </a:lnTo>
                <a:lnTo>
                  <a:pt x="1150354" y="86513"/>
                </a:lnTo>
                <a:lnTo>
                  <a:pt x="1157681" y="81520"/>
                </a:lnTo>
                <a:lnTo>
                  <a:pt x="1165008" y="77447"/>
                </a:lnTo>
                <a:lnTo>
                  <a:pt x="1172335" y="103532"/>
                </a:lnTo>
                <a:lnTo>
                  <a:pt x="1179662" y="110639"/>
                </a:lnTo>
                <a:lnTo>
                  <a:pt x="1186989" y="130528"/>
                </a:lnTo>
                <a:lnTo>
                  <a:pt x="1194316" y="116747"/>
                </a:lnTo>
                <a:lnTo>
                  <a:pt x="1201643" y="132183"/>
                </a:lnTo>
                <a:lnTo>
                  <a:pt x="1208970" y="111348"/>
                </a:lnTo>
                <a:lnTo>
                  <a:pt x="1216297" y="89756"/>
                </a:lnTo>
                <a:lnTo>
                  <a:pt x="1223625" y="63228"/>
                </a:lnTo>
                <a:lnTo>
                  <a:pt x="1230952" y="83905"/>
                </a:lnTo>
                <a:lnTo>
                  <a:pt x="1238279" y="58272"/>
                </a:lnTo>
                <a:lnTo>
                  <a:pt x="1245606" y="70481"/>
                </a:lnTo>
                <a:lnTo>
                  <a:pt x="1252933" y="105514"/>
                </a:lnTo>
                <a:lnTo>
                  <a:pt x="1260260" y="122283"/>
                </a:lnTo>
                <a:lnTo>
                  <a:pt x="1267587" y="127155"/>
                </a:lnTo>
                <a:lnTo>
                  <a:pt x="1274914" y="134118"/>
                </a:lnTo>
                <a:lnTo>
                  <a:pt x="1282241" y="110218"/>
                </a:lnTo>
                <a:lnTo>
                  <a:pt x="1289568" y="130987"/>
                </a:lnTo>
                <a:lnTo>
                  <a:pt x="1296895" y="123598"/>
                </a:lnTo>
                <a:lnTo>
                  <a:pt x="1304223" y="100590"/>
                </a:lnTo>
                <a:lnTo>
                  <a:pt x="1311550" y="101250"/>
                </a:lnTo>
                <a:lnTo>
                  <a:pt x="1318877" y="68485"/>
                </a:lnTo>
                <a:lnTo>
                  <a:pt x="1326204" y="73349"/>
                </a:lnTo>
                <a:lnTo>
                  <a:pt x="1333531" y="88346"/>
                </a:lnTo>
                <a:lnTo>
                  <a:pt x="1340858" y="74713"/>
                </a:lnTo>
                <a:lnTo>
                  <a:pt x="1348185" y="110661"/>
                </a:lnTo>
                <a:lnTo>
                  <a:pt x="1355512" y="116654"/>
                </a:lnTo>
                <a:lnTo>
                  <a:pt x="1362839" y="115809"/>
                </a:lnTo>
                <a:lnTo>
                  <a:pt x="1370166" y="100855"/>
                </a:lnTo>
                <a:lnTo>
                  <a:pt x="1377493" y="160604"/>
                </a:lnTo>
                <a:lnTo>
                  <a:pt x="1384821" y="77330"/>
                </a:lnTo>
                <a:lnTo>
                  <a:pt x="1392148" y="68361"/>
                </a:lnTo>
                <a:lnTo>
                  <a:pt x="1399475" y="2286"/>
                </a:lnTo>
                <a:lnTo>
                  <a:pt x="1406802" y="7844"/>
                </a:lnTo>
                <a:lnTo>
                  <a:pt x="1414129" y="64174"/>
                </a:lnTo>
                <a:lnTo>
                  <a:pt x="1421456" y="13069"/>
                </a:lnTo>
                <a:lnTo>
                  <a:pt x="1428783" y="101172"/>
                </a:lnTo>
                <a:lnTo>
                  <a:pt x="1436110" y="143332"/>
                </a:lnTo>
                <a:lnTo>
                  <a:pt x="1443437" y="162385"/>
                </a:lnTo>
                <a:lnTo>
                  <a:pt x="1450764" y="156048"/>
                </a:lnTo>
                <a:lnTo>
                  <a:pt x="1458091" y="136990"/>
                </a:lnTo>
                <a:lnTo>
                  <a:pt x="1465419" y="106097"/>
                </a:lnTo>
                <a:lnTo>
                  <a:pt x="1472746" y="120644"/>
                </a:lnTo>
                <a:lnTo>
                  <a:pt x="1480073" y="87705"/>
                </a:lnTo>
                <a:lnTo>
                  <a:pt x="1487400" y="17750"/>
                </a:lnTo>
                <a:lnTo>
                  <a:pt x="1494727" y="53712"/>
                </a:lnTo>
                <a:lnTo>
                  <a:pt x="1502054" y="97823"/>
                </a:lnTo>
                <a:lnTo>
                  <a:pt x="1509381" y="94858"/>
                </a:lnTo>
                <a:lnTo>
                  <a:pt x="1516708" y="114643"/>
                </a:lnTo>
                <a:lnTo>
                  <a:pt x="1524035" y="132884"/>
                </a:lnTo>
                <a:lnTo>
                  <a:pt x="1531362" y="129170"/>
                </a:lnTo>
                <a:lnTo>
                  <a:pt x="1538689" y="148317"/>
                </a:lnTo>
                <a:lnTo>
                  <a:pt x="1546017" y="130193"/>
                </a:lnTo>
                <a:lnTo>
                  <a:pt x="1553344" y="99036"/>
                </a:lnTo>
                <a:lnTo>
                  <a:pt x="1560671" y="68373"/>
                </a:lnTo>
                <a:lnTo>
                  <a:pt x="1567998" y="0"/>
                </a:lnTo>
                <a:lnTo>
                  <a:pt x="1575325" y="77783"/>
                </a:lnTo>
                <a:lnTo>
                  <a:pt x="1582652" y="72754"/>
                </a:lnTo>
                <a:lnTo>
                  <a:pt x="1589979" y="86422"/>
                </a:lnTo>
                <a:lnTo>
                  <a:pt x="1597306" y="107613"/>
                </a:lnTo>
                <a:lnTo>
                  <a:pt x="1604633" y="101990"/>
                </a:lnTo>
                <a:lnTo>
                  <a:pt x="1611960" y="96112"/>
                </a:lnTo>
                <a:lnTo>
                  <a:pt x="1619287" y="120821"/>
                </a:lnTo>
                <a:lnTo>
                  <a:pt x="1626615" y="125334"/>
                </a:lnTo>
                <a:lnTo>
                  <a:pt x="1633942" y="94774"/>
                </a:lnTo>
                <a:lnTo>
                  <a:pt x="1641269" y="52582"/>
                </a:lnTo>
                <a:lnTo>
                  <a:pt x="1648596" y="59732"/>
                </a:lnTo>
                <a:lnTo>
                  <a:pt x="1655923" y="62971"/>
                </a:lnTo>
                <a:lnTo>
                  <a:pt x="1663250" y="30621"/>
                </a:lnTo>
                <a:lnTo>
                  <a:pt x="1670577" y="45910"/>
                </a:lnTo>
                <a:lnTo>
                  <a:pt x="1677904" y="98528"/>
                </a:lnTo>
                <a:lnTo>
                  <a:pt x="1685231" y="138253"/>
                </a:lnTo>
                <a:lnTo>
                  <a:pt x="1692558" y="164329"/>
                </a:lnTo>
                <a:lnTo>
                  <a:pt x="1699885" y="110677"/>
                </a:lnTo>
                <a:lnTo>
                  <a:pt x="1707213" y="150795"/>
                </a:lnTo>
                <a:lnTo>
                  <a:pt x="1714540" y="109099"/>
                </a:lnTo>
                <a:lnTo>
                  <a:pt x="1721867" y="93876"/>
                </a:lnTo>
                <a:lnTo>
                  <a:pt x="1729194" y="59814"/>
                </a:lnTo>
                <a:lnTo>
                  <a:pt x="1736521" y="75724"/>
                </a:lnTo>
                <a:lnTo>
                  <a:pt x="1743848" y="43272"/>
                </a:lnTo>
                <a:lnTo>
                  <a:pt x="1751175" y="59432"/>
                </a:lnTo>
                <a:lnTo>
                  <a:pt x="1758502" y="96274"/>
                </a:lnTo>
                <a:lnTo>
                  <a:pt x="1765829" y="91286"/>
                </a:lnTo>
                <a:lnTo>
                  <a:pt x="1773156" y="83136"/>
                </a:lnTo>
                <a:lnTo>
                  <a:pt x="1780483" y="162219"/>
                </a:lnTo>
                <a:lnTo>
                  <a:pt x="1787811" y="176870"/>
                </a:lnTo>
                <a:lnTo>
                  <a:pt x="1795138" y="120215"/>
                </a:lnTo>
                <a:lnTo>
                  <a:pt x="1802465" y="125884"/>
                </a:lnTo>
                <a:lnTo>
                  <a:pt x="1809792" y="84791"/>
                </a:lnTo>
                <a:lnTo>
                  <a:pt x="1817119" y="100076"/>
                </a:lnTo>
                <a:lnTo>
                  <a:pt x="1824446" y="119814"/>
                </a:lnTo>
                <a:lnTo>
                  <a:pt x="1831773" y="105051"/>
                </a:lnTo>
                <a:lnTo>
                  <a:pt x="1839100" y="85536"/>
                </a:lnTo>
                <a:lnTo>
                  <a:pt x="1846427" y="82031"/>
                </a:lnTo>
                <a:lnTo>
                  <a:pt x="1853754" y="84173"/>
                </a:lnTo>
                <a:lnTo>
                  <a:pt x="1861081" y="98717"/>
                </a:lnTo>
                <a:lnTo>
                  <a:pt x="1868409" y="96293"/>
                </a:lnTo>
                <a:lnTo>
                  <a:pt x="1875736" y="95108"/>
                </a:lnTo>
                <a:lnTo>
                  <a:pt x="1883063" y="105250"/>
                </a:lnTo>
                <a:lnTo>
                  <a:pt x="1890390" y="98705"/>
                </a:lnTo>
                <a:lnTo>
                  <a:pt x="1897717" y="84436"/>
                </a:lnTo>
                <a:lnTo>
                  <a:pt x="1905044" y="91307"/>
                </a:lnTo>
                <a:lnTo>
                  <a:pt x="1912371" y="75589"/>
                </a:lnTo>
                <a:lnTo>
                  <a:pt x="1919698" y="83604"/>
                </a:lnTo>
                <a:lnTo>
                  <a:pt x="1927025" y="74850"/>
                </a:lnTo>
                <a:lnTo>
                  <a:pt x="1934352" y="93100"/>
                </a:lnTo>
                <a:lnTo>
                  <a:pt x="1941679" y="68817"/>
                </a:lnTo>
                <a:lnTo>
                  <a:pt x="1949007" y="75225"/>
                </a:lnTo>
                <a:lnTo>
                  <a:pt x="1956334" y="99572"/>
                </a:lnTo>
                <a:lnTo>
                  <a:pt x="1963661" y="113461"/>
                </a:lnTo>
                <a:lnTo>
                  <a:pt x="1970988" y="105304"/>
                </a:lnTo>
                <a:lnTo>
                  <a:pt x="1978315" y="67418"/>
                </a:lnTo>
                <a:lnTo>
                  <a:pt x="1985642" y="110601"/>
                </a:lnTo>
                <a:lnTo>
                  <a:pt x="1992969" y="92169"/>
                </a:lnTo>
                <a:lnTo>
                  <a:pt x="2000296" y="95923"/>
                </a:lnTo>
                <a:lnTo>
                  <a:pt x="2007623" y="93502"/>
                </a:lnTo>
                <a:lnTo>
                  <a:pt x="2014950" y="81871"/>
                </a:lnTo>
                <a:lnTo>
                  <a:pt x="2022277" y="80952"/>
                </a:lnTo>
                <a:lnTo>
                  <a:pt x="2029605" y="66270"/>
                </a:lnTo>
                <a:lnTo>
                  <a:pt x="2036932" y="73153"/>
                </a:lnTo>
                <a:lnTo>
                  <a:pt x="2044259" y="97662"/>
                </a:lnTo>
                <a:lnTo>
                  <a:pt x="2051586" y="73389"/>
                </a:lnTo>
                <a:lnTo>
                  <a:pt x="2058913" y="118952"/>
                </a:lnTo>
                <a:lnTo>
                  <a:pt x="2066240" y="130983"/>
                </a:lnTo>
                <a:lnTo>
                  <a:pt x="2073567" y="114659"/>
                </a:lnTo>
                <a:lnTo>
                  <a:pt x="2080894" y="95700"/>
                </a:lnTo>
                <a:lnTo>
                  <a:pt x="2088221" y="117480"/>
                </a:lnTo>
                <a:lnTo>
                  <a:pt x="2095548" y="119042"/>
                </a:lnTo>
                <a:lnTo>
                  <a:pt x="2102875" y="117283"/>
                </a:lnTo>
                <a:lnTo>
                  <a:pt x="2110203" y="109744"/>
                </a:lnTo>
                <a:lnTo>
                  <a:pt x="2117530" y="80519"/>
                </a:lnTo>
                <a:lnTo>
                  <a:pt x="2124857" y="107023"/>
                </a:lnTo>
                <a:lnTo>
                  <a:pt x="2132184" y="86873"/>
                </a:lnTo>
                <a:lnTo>
                  <a:pt x="2139511" y="97543"/>
                </a:lnTo>
                <a:lnTo>
                  <a:pt x="2146838" y="74189"/>
                </a:lnTo>
                <a:lnTo>
                  <a:pt x="2154165" y="100034"/>
                </a:lnTo>
                <a:lnTo>
                  <a:pt x="2161492" y="100558"/>
                </a:lnTo>
                <a:lnTo>
                  <a:pt x="2168819" y="91186"/>
                </a:lnTo>
                <a:lnTo>
                  <a:pt x="2176146" y="90151"/>
                </a:lnTo>
                <a:lnTo>
                  <a:pt x="2183473" y="110385"/>
                </a:lnTo>
                <a:lnTo>
                  <a:pt x="2190801" y="83568"/>
                </a:lnTo>
                <a:lnTo>
                  <a:pt x="2198128" y="63293"/>
                </a:lnTo>
                <a:lnTo>
                  <a:pt x="2205455" y="86571"/>
                </a:lnTo>
                <a:lnTo>
                  <a:pt x="2212782" y="74358"/>
                </a:lnTo>
                <a:lnTo>
                  <a:pt x="2220109" y="107634"/>
                </a:lnTo>
                <a:lnTo>
                  <a:pt x="2227436" y="80488"/>
                </a:lnTo>
                <a:lnTo>
                  <a:pt x="2234763" y="108671"/>
                </a:lnTo>
                <a:lnTo>
                  <a:pt x="2242090" y="89708"/>
                </a:lnTo>
                <a:lnTo>
                  <a:pt x="2249417" y="70557"/>
                </a:lnTo>
                <a:lnTo>
                  <a:pt x="2256744" y="107668"/>
                </a:lnTo>
                <a:lnTo>
                  <a:pt x="2264071" y="83786"/>
                </a:lnTo>
                <a:lnTo>
                  <a:pt x="2271399" y="92617"/>
                </a:lnTo>
                <a:lnTo>
                  <a:pt x="2278726" y="74715"/>
                </a:lnTo>
                <a:lnTo>
                  <a:pt x="2286053" y="79500"/>
                </a:lnTo>
                <a:lnTo>
                  <a:pt x="2293380" y="74219"/>
                </a:lnTo>
                <a:lnTo>
                  <a:pt x="2300707" y="74692"/>
                </a:lnTo>
                <a:lnTo>
                  <a:pt x="2308034" y="82353"/>
                </a:lnTo>
                <a:lnTo>
                  <a:pt x="2315361" y="96710"/>
                </a:lnTo>
                <a:lnTo>
                  <a:pt x="2322688" y="95561"/>
                </a:lnTo>
                <a:lnTo>
                  <a:pt x="2330015" y="105610"/>
                </a:lnTo>
                <a:lnTo>
                  <a:pt x="2337342" y="118867"/>
                </a:lnTo>
                <a:lnTo>
                  <a:pt x="2344669" y="118719"/>
                </a:lnTo>
                <a:lnTo>
                  <a:pt x="2351996" y="129157"/>
                </a:lnTo>
                <a:lnTo>
                  <a:pt x="2359324" y="83124"/>
                </a:lnTo>
                <a:lnTo>
                  <a:pt x="2366651" y="97050"/>
                </a:lnTo>
                <a:lnTo>
                  <a:pt x="2373978" y="120696"/>
                </a:lnTo>
                <a:lnTo>
                  <a:pt x="2381305" y="95105"/>
                </a:lnTo>
                <a:lnTo>
                  <a:pt x="2388632" y="83306"/>
                </a:lnTo>
                <a:lnTo>
                  <a:pt x="2395959" y="112369"/>
                </a:lnTo>
                <a:lnTo>
                  <a:pt x="2403286" y="120680"/>
                </a:lnTo>
                <a:lnTo>
                  <a:pt x="2410613" y="112148"/>
                </a:lnTo>
                <a:lnTo>
                  <a:pt x="2417940" y="126534"/>
                </a:lnTo>
                <a:lnTo>
                  <a:pt x="2425267" y="117096"/>
                </a:lnTo>
                <a:lnTo>
                  <a:pt x="2432594" y="118495"/>
                </a:lnTo>
                <a:lnTo>
                  <a:pt x="2439922" y="119727"/>
                </a:lnTo>
                <a:lnTo>
                  <a:pt x="2447249" y="99575"/>
                </a:lnTo>
                <a:lnTo>
                  <a:pt x="2454576" y="105242"/>
                </a:lnTo>
                <a:lnTo>
                  <a:pt x="2461903" y="91150"/>
                </a:lnTo>
                <a:lnTo>
                  <a:pt x="2469230" y="83084"/>
                </a:lnTo>
                <a:lnTo>
                  <a:pt x="2476557" y="103772"/>
                </a:lnTo>
                <a:lnTo>
                  <a:pt x="2483884" y="111367"/>
                </a:lnTo>
                <a:lnTo>
                  <a:pt x="2491211" y="108020"/>
                </a:lnTo>
                <a:lnTo>
                  <a:pt x="2498538" y="62314"/>
                </a:lnTo>
                <a:lnTo>
                  <a:pt x="2505865" y="87298"/>
                </a:lnTo>
                <a:lnTo>
                  <a:pt x="2513192" y="97670"/>
                </a:lnTo>
                <a:lnTo>
                  <a:pt x="2520520" y="84778"/>
                </a:lnTo>
                <a:lnTo>
                  <a:pt x="2527847" y="105107"/>
                </a:lnTo>
                <a:lnTo>
                  <a:pt x="2535174" y="107966"/>
                </a:lnTo>
                <a:lnTo>
                  <a:pt x="2542501" y="68503"/>
                </a:lnTo>
                <a:lnTo>
                  <a:pt x="2549828" y="77401"/>
                </a:lnTo>
                <a:lnTo>
                  <a:pt x="2557155" y="80132"/>
                </a:lnTo>
                <a:lnTo>
                  <a:pt x="2564482" y="72319"/>
                </a:lnTo>
                <a:lnTo>
                  <a:pt x="2571809" y="110722"/>
                </a:lnTo>
                <a:lnTo>
                  <a:pt x="2579136" y="95405"/>
                </a:lnTo>
                <a:lnTo>
                  <a:pt x="2586463" y="99169"/>
                </a:lnTo>
                <a:lnTo>
                  <a:pt x="2593790" y="100417"/>
                </a:lnTo>
                <a:lnTo>
                  <a:pt x="2601118" y="94418"/>
                </a:lnTo>
                <a:lnTo>
                  <a:pt x="2608445" y="89469"/>
                </a:lnTo>
                <a:lnTo>
                  <a:pt x="2615772" y="95062"/>
                </a:lnTo>
                <a:lnTo>
                  <a:pt x="2623099" y="116704"/>
                </a:lnTo>
                <a:lnTo>
                  <a:pt x="2630426" y="86578"/>
                </a:lnTo>
                <a:lnTo>
                  <a:pt x="2637753" y="95568"/>
                </a:lnTo>
                <a:lnTo>
                  <a:pt x="2645080" y="90717"/>
                </a:lnTo>
                <a:lnTo>
                  <a:pt x="2652407" y="127561"/>
                </a:lnTo>
                <a:lnTo>
                  <a:pt x="2659734" y="104760"/>
                </a:lnTo>
                <a:lnTo>
                  <a:pt x="2667061" y="113033"/>
                </a:lnTo>
                <a:lnTo>
                  <a:pt x="2674388" y="119376"/>
                </a:lnTo>
                <a:lnTo>
                  <a:pt x="2681716" y="105568"/>
                </a:lnTo>
                <a:lnTo>
                  <a:pt x="2689043" y="134347"/>
                </a:lnTo>
                <a:lnTo>
                  <a:pt x="2696370" y="102513"/>
                </a:lnTo>
                <a:lnTo>
                  <a:pt x="2703697" y="112000"/>
                </a:lnTo>
                <a:lnTo>
                  <a:pt x="2711024" y="96885"/>
                </a:lnTo>
                <a:lnTo>
                  <a:pt x="2718351" y="68490"/>
                </a:lnTo>
                <a:lnTo>
                  <a:pt x="2725678" y="103929"/>
                </a:lnTo>
                <a:lnTo>
                  <a:pt x="2733005" y="91305"/>
                </a:lnTo>
                <a:lnTo>
                  <a:pt x="2740332" y="85991"/>
                </a:lnTo>
                <a:lnTo>
                  <a:pt x="2747659" y="109244"/>
                </a:lnTo>
                <a:lnTo>
                  <a:pt x="2754986" y="117976"/>
                </a:lnTo>
                <a:lnTo>
                  <a:pt x="2762314" y="96166"/>
                </a:lnTo>
                <a:lnTo>
                  <a:pt x="2769641" y="98597"/>
                </a:lnTo>
                <a:lnTo>
                  <a:pt x="2776968" y="78874"/>
                </a:lnTo>
                <a:lnTo>
                  <a:pt x="2784295" y="91188"/>
                </a:lnTo>
                <a:lnTo>
                  <a:pt x="2791622" y="72324"/>
                </a:lnTo>
                <a:lnTo>
                  <a:pt x="2798949" y="106320"/>
                </a:lnTo>
                <a:lnTo>
                  <a:pt x="2806276" y="59879"/>
                </a:lnTo>
                <a:lnTo>
                  <a:pt x="2813603" y="58858"/>
                </a:lnTo>
                <a:lnTo>
                  <a:pt x="2820930" y="65535"/>
                </a:lnTo>
                <a:lnTo>
                  <a:pt x="2828257" y="78565"/>
                </a:lnTo>
                <a:lnTo>
                  <a:pt x="2835584" y="77199"/>
                </a:lnTo>
                <a:lnTo>
                  <a:pt x="2842912" y="84292"/>
                </a:lnTo>
                <a:lnTo>
                  <a:pt x="2850239" y="82135"/>
                </a:lnTo>
                <a:lnTo>
                  <a:pt x="2857566" y="100883"/>
                </a:lnTo>
                <a:lnTo>
                  <a:pt x="2864893" y="81047"/>
                </a:lnTo>
                <a:lnTo>
                  <a:pt x="2872220" y="96503"/>
                </a:lnTo>
                <a:lnTo>
                  <a:pt x="2879547" y="99232"/>
                </a:lnTo>
                <a:lnTo>
                  <a:pt x="2886874" y="98553"/>
                </a:lnTo>
                <a:lnTo>
                  <a:pt x="2894201" y="124170"/>
                </a:lnTo>
                <a:lnTo>
                  <a:pt x="2901528" y="91186"/>
                </a:lnTo>
                <a:lnTo>
                  <a:pt x="2908855" y="89379"/>
                </a:lnTo>
                <a:lnTo>
                  <a:pt x="2916182" y="97869"/>
                </a:lnTo>
                <a:lnTo>
                  <a:pt x="2923510" y="102775"/>
                </a:lnTo>
                <a:lnTo>
                  <a:pt x="2930837" y="95161"/>
                </a:lnTo>
                <a:lnTo>
                  <a:pt x="2938164" y="98055"/>
                </a:lnTo>
                <a:lnTo>
                  <a:pt x="2945491" y="135652"/>
                </a:lnTo>
                <a:lnTo>
                  <a:pt x="2952818" y="108066"/>
                </a:lnTo>
                <a:lnTo>
                  <a:pt x="2960145" y="76378"/>
                </a:lnTo>
                <a:lnTo>
                  <a:pt x="2967472" y="142480"/>
                </a:lnTo>
                <a:lnTo>
                  <a:pt x="2974799" y="111382"/>
                </a:lnTo>
                <a:lnTo>
                  <a:pt x="2982126" y="113714"/>
                </a:lnTo>
                <a:lnTo>
                  <a:pt x="2989453" y="79648"/>
                </a:lnTo>
                <a:lnTo>
                  <a:pt x="2996780" y="92725"/>
                </a:lnTo>
                <a:lnTo>
                  <a:pt x="3004108" y="99422"/>
                </a:lnTo>
                <a:lnTo>
                  <a:pt x="3011435" y="117007"/>
                </a:lnTo>
                <a:lnTo>
                  <a:pt x="3018762" y="95049"/>
                </a:lnTo>
                <a:lnTo>
                  <a:pt x="3026089" y="114825"/>
                </a:lnTo>
                <a:lnTo>
                  <a:pt x="3033416" y="112616"/>
                </a:lnTo>
              </a:path>
            </a:pathLst>
          </a:custGeom>
          <a:noFill xmlns:a="http://schemas.openxmlformats.org/drawingml/2006/main"/>
          <a:ln xmlns:a="http://schemas.openxmlformats.org/drawingml/2006/main" w="8382">
            <a:solidFill>
              <a:srgbClr val="25252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E2CA554-A3CB-415E-8A63-3CD4146C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8" y="3920939"/>
            <a:ext cx="32813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0755B0F-EF20-4B32-8BB9-F9D6007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51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81BBED4-8276-4A6A-B684-900D549A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76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2DB30AC-0F4D-46A7-B2C9-31639205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009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7533DA66-229B-488E-A9F4-137D7CE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525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1656CB4A-6764-433A-A837-13AF1BA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07" y="3935515"/>
            <a:ext cx="546889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AE80A37-3142-445C-A9E4-0BAD209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9" y="3913651"/>
            <a:ext cx="32813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968FACD9-7105-4B67-BE8A-ED57EEE5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84" y="4336354"/>
            <a:ext cx="605224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9103099F-DEC7-48E1-857C-1EFE527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08" y="4336354"/>
            <a:ext cx="590641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4668AD43-EB47-4470-9C88-6BD3B86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4336354"/>
            <a:ext cx="612516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9E2B44E-1297-44BF-A4F7-F2F4FE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549" y="4321778"/>
            <a:ext cx="61251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X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7347FA01-A637-499D-A7E5-50D543D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66" y="4336354"/>
            <a:ext cx="605224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A536C03F-1D63-46BA-AF37-2B946586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291" y="4336354"/>
            <a:ext cx="517722" cy="23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8731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1DD671C-FC29-4943-80BE-2CB35DA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8" y="4343642"/>
            <a:ext cx="262507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C1362A94-917F-431D-9ACA-B6A9AC3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013" y="4343642"/>
            <a:ext cx="1822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0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187B754D-FE8A-4364-87C8-5596CF5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4751770"/>
            <a:ext cx="335425" cy="21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CD969DAF-8B8B-4505-8C2D-3C53196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80" y="4715330"/>
            <a:ext cx="1239616" cy="1508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Clean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0822C62C-A96D-4340-9C04-FF801018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53" y="4751770"/>
            <a:ext cx="328133" cy="2186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28382E0-DF79-4341-B65F-8FF4163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53" y="4744482"/>
            <a:ext cx="328133" cy="1844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1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X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02AD4AA1-E424-4FDE-80F2-C9FE93C9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406" y="4715330"/>
            <a:ext cx="1071904" cy="1508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Rejected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188607F9-2D72-414F-BE43-197677FF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86" y="5101594"/>
            <a:ext cx="255215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Clean: 1, 2, 4, 5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Pairs: 1–2, 4–5</a:t>
            </a:r>
          </a:p>
        </p:txBody>
      </p:sp>
      <p:sp>
        <p:nvSpPr>
          <p:cNvPr id="73" name="Connector 72">
            <a:extLst xmlns:a="http://schemas.openxmlformats.org/drawingml/2006/main">
              <a:ext uri="{FF2B5EF4-FFF2-40B4-BE49-F238E27FC236}">
                <a16:creationId xmlns:a16="http://schemas.microsoft.com/office/drawing/2014/main" id="{F617AD8E-9949-47E3-B385-0CBE9649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228" y="2200973"/>
            <a:ext cx="218756" cy="0"/>
          </a:xfrm>
          <a:prstGeom xmlns:a="http://schemas.openxmlformats.org/drawingml/2006/main" prst="line">
            <a:avLst/>
          </a:prstGeom>
          <a:ln xmlns:a="http://schemas.openxmlformats.org/drawingml/2006/main" w="25844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Freeform 73">
            <a:extLst xmlns:a="http://schemas.openxmlformats.org/drawingml/2006/main">
              <a:ext uri="{FF2B5EF4-FFF2-40B4-BE49-F238E27FC236}">
                <a16:creationId xmlns:a16="http://schemas.microsoft.com/office/drawing/2014/main" id="{73D56B9A-D0BA-4998-95C7-28E8061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606" y="2153965"/>
            <a:ext cx="109378" cy="94015"/>
          </a:xfrm>
          <a:custGeom xmlns:a="http://schemas.openxmlformats.org/drawingml/2006/main">
            <a:rect l="l" t="t" r="r" b="b"/>
            <a:pathLst>
              <a:path w="109378" h="94015">
                <a:moveTo>
                  <a:pt x="109378" y="47008"/>
                </a:moveTo>
                <a:lnTo>
                  <a:pt x="0" y="0"/>
                </a:lnTo>
                <a:lnTo>
                  <a:pt x="0" y="94015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Rounded Rectangle 74">
            <a:extLst xmlns:a="http://schemas.openxmlformats.org/drawingml/2006/main">
              <a:ext uri="{FF2B5EF4-FFF2-40B4-BE49-F238E27FC236}">
                <a16:creationId xmlns:a16="http://schemas.microsoft.com/office/drawing/2014/main" id="{47FAF831-D3A9-4E7C-A6A7-1F7F2C4B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46" y="1151502"/>
            <a:ext cx="1414621" cy="85998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2142012-B6AE-407E-8C64-EEF931B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573" y="1311838"/>
            <a:ext cx="1283368" cy="452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Spectral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Contrast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39FA9FE-1212-4C89-8DF5-AE8A4C7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94" y="1151502"/>
            <a:ext cx="1378162" cy="85998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7A2DC27F-D45D-455B-A754-5A29EC4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821" y="1311838"/>
            <a:ext cx="1246908" cy="452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Theta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Stability</a:t>
            </a: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E96FEB58-F354-46B0-B983-5B271B2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46" y="2091653"/>
            <a:ext cx="1414621" cy="10931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E0DDDB16-DFEA-4A08-A8FD-DA06D1D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989" y="2208261"/>
            <a:ext cx="1312535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Lag-1 Persistence</a:t>
            </a:r>
          </a:p>
        </p:txBody>
      </p:sp>
      <p:sp>
        <p:nvSpPr>
          <p:cNvPr id="81" name="Connector 80">
            <a:extLst xmlns:a="http://schemas.openxmlformats.org/drawingml/2006/main">
              <a:ext uri="{FF2B5EF4-FFF2-40B4-BE49-F238E27FC236}">
                <a16:creationId xmlns:a16="http://schemas.microsoft.com/office/drawing/2014/main" id="{9855A120-F172-4D23-B58C-25F3F11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616" y="2660116"/>
            <a:ext cx="118128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AAAAA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CC9AE662-573E-457D-8F2A-2DEBECE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1" y="2725708"/>
            <a:ext cx="1290659" cy="3087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013" b="1">
                <a:latin typeface="Arial Narrow"/>
                <a:ea typeface="Arial Narrow"/>
                <a:cs typeface="Arial Narrow"/>
              </a:defRPr>
            </a:defPPr>
            <a:lvl1pPr>
              <a:buNone/>
              <a:defRPr sz="1013"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sz="1013"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sz="1013"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sz="1013"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sz="1013"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sz="1013"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sz="1013"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sz="1013"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sz="1013"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13" b="1">
                <a:latin typeface="Arial Narrow"/>
                <a:ea typeface="Arial Narrow"/>
                <a:cs typeface="Arial Narrow"/>
              </a:rPr>
              <a:t>Adjacent pairs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13" b="1">
                <a:latin typeface="Arial Narrow"/>
                <a:ea typeface="Arial Narrow"/>
                <a:cs typeface="Arial Narrow"/>
              </a:rPr>
              <a:t>Δindex = 1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181D0081-6D0A-4748-89F7-621CF27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94" y="2091653"/>
            <a:ext cx="1378162" cy="10931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7C96CEAD-7D96-4556-85B9-4BDF36D9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54" y="2200973"/>
            <a:ext cx="1305243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Residual bilateral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correlation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(common-mode)</a:t>
            </a:r>
          </a:p>
        </p:txBody>
      </p:sp>
      <p:sp>
        <p:nvSpPr>
          <p:cNvPr id="85" name="Rounded Rectangle 84">
            <a:extLst xmlns:a="http://schemas.openxmlformats.org/drawingml/2006/main">
              <a:ext uri="{FF2B5EF4-FFF2-40B4-BE49-F238E27FC236}">
                <a16:creationId xmlns:a16="http://schemas.microsoft.com/office/drawing/2014/main" id="{ECF12E7B-7575-4D60-9A23-DFAFBF8C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400" y="3811619"/>
            <a:ext cx="3084458" cy="1464886"/>
          </a:xfrm>
          <a:prstGeom xmlns:a="http://schemas.openxmlformats.org/drawingml/2006/main" prst="roundRect">
            <a:avLst>
              <a:gd name="adj" fmla="val 4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874">
            <a:solidFill>
              <a:srgbClr val="686868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C3F68A3E-C599-4059-B232-E8332C9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778" y="3891787"/>
            <a:ext cx="2727157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Short-record branch</a:t>
            </a:r>
          </a:p>
        </p:txBody>
      </p:sp>
      <p:sp>
        <p:nvSpPr>
          <p:cNvPr id="87" name="Rounded Rectangle 86">
            <a:extLst xmlns:a="http://schemas.openxmlformats.org/drawingml/2006/main">
              <a:ext uri="{FF2B5EF4-FFF2-40B4-BE49-F238E27FC236}">
                <a16:creationId xmlns:a16="http://schemas.microsoft.com/office/drawing/2014/main" id="{7DDEEF33-17B5-494F-9CEB-8909341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735" y="4263475"/>
            <a:ext cx="619808" cy="830831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2734F3DF-AFBD-4C38-8445-FBED473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611" y="4314490"/>
            <a:ext cx="576057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Spectral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Contrast</a:t>
            </a:r>
          </a:p>
        </p:txBody>
      </p:sp>
      <p:sp>
        <p:nvSpPr>
          <p:cNvPr id="89" name="Rounded Rectangle 88">
            <a:extLst xmlns:a="http://schemas.openxmlformats.org/drawingml/2006/main">
              <a:ext uri="{FF2B5EF4-FFF2-40B4-BE49-F238E27FC236}">
                <a16:creationId xmlns:a16="http://schemas.microsoft.com/office/drawing/2014/main" id="{4D5A8EFC-663B-4D45-8CD4-956AFC60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003" y="4263475"/>
            <a:ext cx="619808" cy="830831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03D00971-9CE2-45DC-A8FC-3B866B9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79" y="4314490"/>
            <a:ext cx="576057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Spatial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Contrast</a:t>
            </a:r>
          </a:p>
        </p:txBody>
      </p:sp>
      <p:sp>
        <p:nvSpPr>
          <p:cNvPr id="91" name="Rounded Rectangle 90">
            <a:extLst xmlns:a="http://schemas.openxmlformats.org/drawingml/2006/main">
              <a:ext uri="{FF2B5EF4-FFF2-40B4-BE49-F238E27FC236}">
                <a16:creationId xmlns:a16="http://schemas.microsoft.com/office/drawing/2014/main" id="{CA5BF0C8-0074-4198-ACB1-4BC1EC4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271" y="4263475"/>
            <a:ext cx="911483" cy="830831"/>
          </a:xfrm>
          <a:prstGeom xmlns:a="http://schemas.openxmlformats.org/drawingml/2006/main" prst="roundRect">
            <a:avLst>
              <a:gd name="adj" fmla="val 701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71341AC8-3E68-491F-81E4-A8A8F52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38" y="4299914"/>
            <a:ext cx="8531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D1</a:t>
            </a:r>
          </a:p>
        </p:txBody>
      </p:sp>
      <p:sp>
        <p:nvSpPr>
          <p:cNvPr id="93" name="Connector 92">
            <a:extLst xmlns:a="http://schemas.openxmlformats.org/drawingml/2006/main">
              <a:ext uri="{FF2B5EF4-FFF2-40B4-BE49-F238E27FC236}">
                <a16:creationId xmlns:a16="http://schemas.microsoft.com/office/drawing/2014/main" id="{37D4B894-55BA-4AF2-BF4A-A8557991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773" y="4649738"/>
            <a:ext cx="736479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AAAAA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FB40B04F-B73F-4C95-95BB-50E0AA6C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30" y="4664314"/>
            <a:ext cx="838564" cy="3087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013" b="1">
                <a:latin typeface="Arial Narrow"/>
                <a:ea typeface="Arial Narrow"/>
                <a:cs typeface="Arial Narrow"/>
              </a:defRPr>
            </a:defPPr>
            <a:lvl1pPr>
              <a:buNone/>
              <a:defRPr sz="1013"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sz="1013"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sz="1013"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sz="1013"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sz="1013"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sz="1013"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sz="1013"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sz="1013"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sz="1013"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13" b="1">
                <a:latin typeface="Arial Narrow"/>
                <a:ea typeface="Arial Narrow"/>
                <a:cs typeface="Arial Narrow"/>
              </a:rPr>
              <a:t>Adjacent pairs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13" b="1">
                <a:latin typeface="Arial Narrow"/>
                <a:ea typeface="Arial Narrow"/>
                <a:cs typeface="Arial Narrow"/>
              </a:rPr>
              <a:t>Δindex = 1</a:t>
            </a:r>
          </a:p>
        </p:txBody>
      </p:sp>
      <p:sp>
        <p:nvSpPr>
          <p:cNvPr id="95" name="Rounded Rectangle 94">
            <a:extLst xmlns:a="http://schemas.openxmlformats.org/drawingml/2006/main">
              <a:ext uri="{FF2B5EF4-FFF2-40B4-BE49-F238E27FC236}">
                <a16:creationId xmlns:a16="http://schemas.microsoft.com/office/drawing/2014/main" id="{16814402-FDFF-47CA-8066-70804DC1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213" y="4263475"/>
            <a:ext cx="707310" cy="830831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6A8E05B1-998B-4194-ACCB-CF98988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089" y="4314490"/>
            <a:ext cx="663559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Bilateral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Correlation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83FF0E03-EC54-4CA7-AA54-4B3BADA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82" y="976590"/>
            <a:ext cx="1954219" cy="192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6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Main branch</a:t>
            </a:r>
          </a:p>
        </p:txBody>
      </p:sp>
      <p:sp>
        <p:nvSpPr>
          <p:cNvPr id="98" name="Rounded Rectangle 97">
            <a:extLst xmlns:a="http://schemas.openxmlformats.org/drawingml/2006/main">
              <a:ext uri="{FF2B5EF4-FFF2-40B4-BE49-F238E27FC236}">
                <a16:creationId xmlns:a16="http://schemas.microsoft.com/office/drawing/2014/main" id="{34DCA16E-EED5-4B59-A270-0592264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534" y="1224382"/>
            <a:ext cx="1895884" cy="663207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871F3AB9-047C-4715-9EDE-857E9076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68" y="1289974"/>
            <a:ext cx="1771923" cy="368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1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Train-fit scaling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1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&amp; signs</a:t>
            </a:r>
          </a:p>
        </p:txBody>
      </p:sp>
      <p:sp>
        <p:nvSpPr>
          <p:cNvPr id="100" name="Rounded Rectangle 99">
            <a:extLst xmlns:a="http://schemas.openxmlformats.org/drawingml/2006/main">
              <a:ext uri="{FF2B5EF4-FFF2-40B4-BE49-F238E27FC236}">
                <a16:creationId xmlns:a16="http://schemas.microsoft.com/office/drawing/2014/main" id="{7123F47B-D22A-462F-BDF2-5B8894D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371" y="2142669"/>
            <a:ext cx="1596918" cy="532023"/>
          </a:xfrm>
          <a:prstGeom xmlns:a="http://schemas.openxmlformats.org/drawingml/2006/main" prst="roundRect">
            <a:avLst>
              <a:gd name="adj" fmla="val 1232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TextBox 100">
            <a:extLst xmlns:a="http://schemas.openxmlformats.org/drawingml/2006/main">
              <a:ext uri="{FF2B5EF4-FFF2-40B4-BE49-F238E27FC236}">
                <a16:creationId xmlns:a16="http://schemas.microsoft.com/office/drawing/2014/main" id="{8F625A23-8FB5-43F3-8C59-E9C4291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122" y="2179109"/>
            <a:ext cx="1516707" cy="435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Equal-weight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fusion</a:t>
            </a:r>
          </a:p>
        </p:txBody>
      </p:sp>
      <p:sp>
        <p:nvSpPr>
          <p:cNvPr id="102" name="Rounded Rectangle 101">
            <a:extLst xmlns:a="http://schemas.openxmlformats.org/drawingml/2006/main">
              <a:ext uri="{FF2B5EF4-FFF2-40B4-BE49-F238E27FC236}">
                <a16:creationId xmlns:a16="http://schemas.microsoft.com/office/drawing/2014/main" id="{D0241D05-A392-4620-852B-C764137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160" y="2915196"/>
            <a:ext cx="1757339" cy="553887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454545"/>
          </a:solidFill>
          <a:ln xmlns:a="http://schemas.openxmlformats.org/drawingml/2006/main" w="11176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3" name="TextBox 102">
            <a:extLst xmlns:a="http://schemas.openxmlformats.org/drawingml/2006/main">
              <a:ext uri="{FF2B5EF4-FFF2-40B4-BE49-F238E27FC236}">
                <a16:creationId xmlns:a16="http://schemas.microsoft.com/office/drawing/2014/main" id="{0F9330E7-68D6-4188-9C8F-934CB93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203" y="2951636"/>
            <a:ext cx="1655253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EEG score</a:t>
            </a:r>
          </a:p>
        </p:txBody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DE518500-D722-490D-931B-D9436BC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59" y="1545054"/>
            <a:ext cx="233340" cy="0"/>
          </a:xfrm>
          <a:prstGeom xmlns:a="http://schemas.openxmlformats.org/drawingml/2006/main" prst="line">
            <a:avLst/>
          </a:prstGeom>
          <a:ln xmlns:a="http://schemas.openxmlformats.org/drawingml/2006/main" w="23050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88C2E75D-3326-4833-9FAF-B6AC872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88" y="1510581"/>
            <a:ext cx="80211" cy="68945"/>
          </a:xfrm>
          <a:custGeom xmlns:a="http://schemas.openxmlformats.org/drawingml/2006/main">
            <a:rect l="l" t="t" r="r" b="b"/>
            <a:pathLst>
              <a:path w="80211" h="68945">
                <a:moveTo>
                  <a:pt x="80211" y="34473"/>
                </a:moveTo>
                <a:lnTo>
                  <a:pt x="0" y="0"/>
                </a:lnTo>
                <a:lnTo>
                  <a:pt x="0" y="68945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Connector 105">
            <a:extLst xmlns:a="http://schemas.openxmlformats.org/drawingml/2006/main">
              <a:ext uri="{FF2B5EF4-FFF2-40B4-BE49-F238E27FC236}">
                <a16:creationId xmlns:a16="http://schemas.microsoft.com/office/drawing/2014/main" id="{5EE9ECA0-0C55-4766-B299-0DAE171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476" y="1894877"/>
            <a:ext cx="0" cy="211352"/>
          </a:xfrm>
          <a:prstGeom xmlns:a="http://schemas.openxmlformats.org/drawingml/2006/main" prst="line">
            <a:avLst/>
          </a:prstGeom>
          <a:ln xmlns:a="http://schemas.openxmlformats.org/drawingml/2006/main" w="22352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2195B825-D1F2-49B2-84B9-3A51A9C7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85" y="2026061"/>
            <a:ext cx="68981" cy="80168"/>
          </a:xfrm>
          <a:custGeom xmlns:a="http://schemas.openxmlformats.org/drawingml/2006/main">
            <a:rect l="l" t="t" r="r" b="b"/>
            <a:pathLst>
              <a:path w="68981" h="80168">
                <a:moveTo>
                  <a:pt x="34491" y="80168"/>
                </a:moveTo>
                <a:lnTo>
                  <a:pt x="689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Connector 107">
            <a:extLst xmlns:a="http://schemas.openxmlformats.org/drawingml/2006/main">
              <a:ext uri="{FF2B5EF4-FFF2-40B4-BE49-F238E27FC236}">
                <a16:creationId xmlns:a16="http://schemas.microsoft.com/office/drawing/2014/main" id="{7140C434-DBE8-4B5E-99C5-80C5CD9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476" y="2681980"/>
            <a:ext cx="0" cy="196776"/>
          </a:xfrm>
          <a:prstGeom xmlns:a="http://schemas.openxmlformats.org/drawingml/2006/main" prst="line">
            <a:avLst/>
          </a:prstGeom>
          <a:ln xmlns:a="http://schemas.openxmlformats.org/drawingml/2006/main" w="22352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C9565ACE-3763-4C2B-A2BD-F9B94982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85" y="2798588"/>
            <a:ext cx="68981" cy="80168"/>
          </a:xfrm>
          <a:custGeom xmlns:a="http://schemas.openxmlformats.org/drawingml/2006/main">
            <a:rect l="l" t="t" r="r" b="b"/>
            <a:pathLst>
              <a:path w="68981" h="80168">
                <a:moveTo>
                  <a:pt x="34491" y="80168"/>
                </a:moveTo>
                <a:lnTo>
                  <a:pt x="689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Rounded Rectangle 109">
            <a:extLst xmlns:a="http://schemas.openxmlformats.org/drawingml/2006/main">
              <a:ext uri="{FF2B5EF4-FFF2-40B4-BE49-F238E27FC236}">
                <a16:creationId xmlns:a16="http://schemas.microsoft.com/office/drawing/2014/main" id="{347F48B1-10EA-4F54-A766-BF2A818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490" y="3658571"/>
            <a:ext cx="1961511" cy="1654374"/>
          </a:xfrm>
          <a:prstGeom xmlns:a="http://schemas.openxmlformats.org/drawingml/2006/main" prst="roundRect">
            <a:avLst>
              <a:gd name="adj" fmla="val 39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86868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873AD6B-926B-4C1E-B79A-972B4F6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17" y="3687723"/>
            <a:ext cx="1815674" cy="1623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065" b="1">
                <a:latin typeface="Arial Narrow"/>
                <a:ea typeface="Arial Narrow"/>
                <a:cs typeface="Arial Narrow"/>
              </a:defRPr>
            </a:defPPr>
            <a:lvl1pPr>
              <a:buNone/>
              <a:defRPr sz="1065"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sz="1065"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sz="1065"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sz="1065"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sz="1065"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sz="1065"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sz="1065"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sz="1065"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sz="1065"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sz="1065" b="1">
                <a:latin typeface="Arial Narrow"/>
                <a:ea typeface="Arial Narrow"/>
                <a:cs typeface="Arial Narrow"/>
              </a:rPr>
              <a:t>Short-record branch</a:t>
            </a:r>
          </a:p>
        </p:txBody>
      </p:sp>
      <p:sp>
        <p:nvSpPr>
          <p:cNvPr id="112" name="Rounded Rectangle 111">
            <a:extLst xmlns:a="http://schemas.openxmlformats.org/drawingml/2006/main">
              <a:ext uri="{FF2B5EF4-FFF2-40B4-BE49-F238E27FC236}">
                <a16:creationId xmlns:a16="http://schemas.microsoft.com/office/drawing/2014/main" id="{B42FEB4A-696F-4414-97BF-7566B2C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9" y="3986531"/>
            <a:ext cx="1815674" cy="466431"/>
          </a:xfrm>
          <a:prstGeom xmlns:a="http://schemas.openxmlformats.org/drawingml/2006/main" prst="roundRect">
            <a:avLst>
              <a:gd name="adj" fmla="val 1093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779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TextBox 112">
            <a:extLst xmlns:a="http://schemas.openxmlformats.org/drawingml/2006/main">
              <a:ext uri="{FF2B5EF4-FFF2-40B4-BE49-F238E27FC236}">
                <a16:creationId xmlns:a16="http://schemas.microsoft.com/office/drawing/2014/main" id="{B47E5541-E7F9-4DC5-9F8F-A649E11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160" y="4015683"/>
            <a:ext cx="1728171" cy="31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Train-fit scaling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&amp; signs</a:t>
            </a:r>
          </a:p>
        </p:txBody>
      </p:sp>
      <p:sp>
        <p:nvSpPr>
          <p:cNvPr id="114" name="Rounded Rectangle 113">
            <a:extLst xmlns:a="http://schemas.openxmlformats.org/drawingml/2006/main">
              <a:ext uri="{FF2B5EF4-FFF2-40B4-BE49-F238E27FC236}">
                <a16:creationId xmlns:a16="http://schemas.microsoft.com/office/drawing/2014/main" id="{AAA84414-98FD-4EB4-9AC9-1AA7842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9" y="4729906"/>
            <a:ext cx="838564" cy="429991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779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TextBox 114">
            <a:extLst xmlns:a="http://schemas.openxmlformats.org/drawingml/2006/main">
              <a:ext uri="{FF2B5EF4-FFF2-40B4-BE49-F238E27FC236}">
                <a16:creationId xmlns:a16="http://schemas.microsoft.com/office/drawing/2014/main" id="{342055E1-34D5-41BE-AAA6-4F72F49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577" y="4773634"/>
            <a:ext cx="780229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Equal-weight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fusion</a:t>
            </a:r>
          </a:p>
        </p:txBody>
      </p:sp>
      <p:sp>
        <p:nvSpPr>
          <p:cNvPr id="116" name="Rounded Rectangle 115">
            <a:extLst xmlns:a="http://schemas.openxmlformats.org/drawingml/2006/main">
              <a:ext uri="{FF2B5EF4-FFF2-40B4-BE49-F238E27FC236}">
                <a16:creationId xmlns:a16="http://schemas.microsoft.com/office/drawing/2014/main" id="{FC65C7AC-B6AE-4FAE-B772-D1F2A22C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600" y="4729906"/>
            <a:ext cx="911483" cy="429991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454545"/>
          </a:solidFill>
          <a:ln xmlns:a="http://schemas.openxmlformats.org/drawingml/2006/main" w="9779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3430E039-1551-4962-98BD-DAF743C5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768" y="4766346"/>
            <a:ext cx="853148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EEG score</a:t>
            </a:r>
          </a:p>
        </p:txBody>
      </p:sp>
      <p:sp>
        <p:nvSpPr>
          <p:cNvPr id="118" name="Connector 117">
            <a:extLst xmlns:a="http://schemas.openxmlformats.org/drawingml/2006/main">
              <a:ext uri="{FF2B5EF4-FFF2-40B4-BE49-F238E27FC236}">
                <a16:creationId xmlns:a16="http://schemas.microsoft.com/office/drawing/2014/main" id="{E8F60938-6CC0-468C-B633-D27E92F3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1" y="4591434"/>
            <a:ext cx="80210" cy="0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138F463B-B7D1-4798-870A-20C1B90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04361" y="4205171"/>
            <a:ext cx="0" cy="386263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0" name="Connector 119">
            <a:extLst xmlns:a="http://schemas.openxmlformats.org/drawingml/2006/main">
              <a:ext uri="{FF2B5EF4-FFF2-40B4-BE49-F238E27FC236}">
                <a16:creationId xmlns:a16="http://schemas.microsoft.com/office/drawing/2014/main" id="{542D3ACC-BEE0-4367-B2EA-6D1F13A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361" y="4205171"/>
            <a:ext cx="175005" cy="0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1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2BA17B5F-B55A-488B-8EAE-82B46A1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447" y="4173832"/>
            <a:ext cx="72919" cy="62677"/>
          </a:xfrm>
          <a:custGeom xmlns:a="http://schemas.openxmlformats.org/drawingml/2006/main">
            <a:rect l="l" t="t" r="r" b="b"/>
            <a:pathLst>
              <a:path w="72919" h="62677">
                <a:moveTo>
                  <a:pt x="72919" y="31339"/>
                </a:moveTo>
                <a:lnTo>
                  <a:pt x="0" y="0"/>
                </a:lnTo>
                <a:lnTo>
                  <a:pt x="0" y="62677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Connector 121">
            <a:extLst xmlns:a="http://schemas.openxmlformats.org/drawingml/2006/main">
              <a:ext uri="{FF2B5EF4-FFF2-40B4-BE49-F238E27FC236}">
                <a16:creationId xmlns:a16="http://schemas.microsoft.com/office/drawing/2014/main" id="{A894608A-5934-480B-B3A5-B103A1BD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05" y="4460250"/>
            <a:ext cx="0" cy="233216"/>
          </a:xfrm>
          <a:prstGeom xmlns:a="http://schemas.openxmlformats.org/drawingml/2006/main" prst="line">
            <a:avLst/>
          </a:prstGeom>
          <a:ln xmlns:a="http://schemas.openxmlformats.org/drawingml/2006/main" w="19558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E140E325-8921-4348-8CEA-ACDEA05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150" y="4620586"/>
            <a:ext cx="62710" cy="72880"/>
          </a:xfrm>
          <a:custGeom xmlns:a="http://schemas.openxmlformats.org/drawingml/2006/main">
            <a:rect l="l" t="t" r="r" b="b"/>
            <a:pathLst>
              <a:path w="62710" h="72880">
                <a:moveTo>
                  <a:pt x="31355" y="72880"/>
                </a:moveTo>
                <a:lnTo>
                  <a:pt x="627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4" name="Connector 123">
            <a:extLst xmlns:a="http://schemas.openxmlformats.org/drawingml/2006/main">
              <a:ext uri="{FF2B5EF4-FFF2-40B4-BE49-F238E27FC236}">
                <a16:creationId xmlns:a16="http://schemas.microsoft.com/office/drawing/2014/main" id="{86EFB39D-5929-4E04-8A4E-FC744410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57" y="4941258"/>
            <a:ext cx="29168" cy="0"/>
          </a:xfrm>
          <a:prstGeom xmlns:a="http://schemas.openxmlformats.org/drawingml/2006/main" prst="line">
            <a:avLst/>
          </a:prstGeom>
          <a:ln xmlns:a="http://schemas.openxmlformats.org/drawingml/2006/main" w="18161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5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0CBF3185-CA77-4522-BC37-EE951B4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974" y="4922455"/>
            <a:ext cx="43751" cy="37606"/>
          </a:xfrm>
          <a:custGeom xmlns:a="http://schemas.openxmlformats.org/drawingml/2006/main">
            <a:rect l="l" t="t" r="r" b="b"/>
            <a:pathLst>
              <a:path w="43751" h="37606">
                <a:moveTo>
                  <a:pt x="43751" y="18803"/>
                </a:moveTo>
                <a:lnTo>
                  <a:pt x="0" y="0"/>
                </a:lnTo>
                <a:lnTo>
                  <a:pt x="0" y="37606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Connector 125">
            <a:extLst xmlns:a="http://schemas.openxmlformats.org/drawingml/2006/main">
              <a:ext uri="{FF2B5EF4-FFF2-40B4-BE49-F238E27FC236}">
                <a16:creationId xmlns:a16="http://schemas.microsoft.com/office/drawing/2014/main" id="{F87AD8FC-4940-4458-8B51-197C293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9" y="2018773"/>
            <a:ext cx="0" cy="2937061"/>
          </a:xfrm>
          <a:prstGeom xmlns:a="http://schemas.openxmlformats.org/drawingml/2006/main" prst="line">
            <a:avLst/>
          </a:prstGeom>
          <a:ln xmlns:a="http://schemas.openxmlformats.org/drawingml/2006/main" w="18859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7" name="Connector 126">
            <a:extLst xmlns:a="http://schemas.openxmlformats.org/drawingml/2006/main">
              <a:ext uri="{FF2B5EF4-FFF2-40B4-BE49-F238E27FC236}">
                <a16:creationId xmlns:a16="http://schemas.microsoft.com/office/drawing/2014/main" id="{502CD3BA-D6D7-4BBD-ACCB-FFF2D47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375" y="3177564"/>
            <a:ext cx="247924" cy="0"/>
          </a:xfrm>
          <a:prstGeom xmlns:a="http://schemas.openxmlformats.org/drawingml/2006/main" prst="line">
            <a:avLst/>
          </a:prstGeom>
          <a:ln xmlns:a="http://schemas.openxmlformats.org/drawingml/2006/main" w="19558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8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576B50C3-2182-42E6-BC40-2C047A8D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672" y="3149359"/>
            <a:ext cx="65627" cy="56409"/>
          </a:xfrm>
          <a:custGeom xmlns:a="http://schemas.openxmlformats.org/drawingml/2006/main">
            <a:rect l="l" t="t" r="r" b="b"/>
            <a:pathLst>
              <a:path w="65627" h="56409">
                <a:moveTo>
                  <a:pt x="65627" y="28205"/>
                </a:moveTo>
                <a:lnTo>
                  <a:pt x="0" y="0"/>
                </a:lnTo>
                <a:lnTo>
                  <a:pt x="0" y="56409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9" name="Connector 128">
            <a:extLst xmlns:a="http://schemas.openxmlformats.org/drawingml/2006/main">
              <a:ext uri="{FF2B5EF4-FFF2-40B4-BE49-F238E27FC236}">
                <a16:creationId xmlns:a16="http://schemas.microsoft.com/office/drawing/2014/main" id="{B60974ED-384D-4E3F-B052-8BA63485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667" y="4941258"/>
            <a:ext cx="240632" cy="0"/>
          </a:xfrm>
          <a:prstGeom xmlns:a="http://schemas.openxmlformats.org/drawingml/2006/main" prst="line">
            <a:avLst/>
          </a:prstGeom>
          <a:ln xmlns:a="http://schemas.openxmlformats.org/drawingml/2006/main" w="19558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0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23381568-4A64-4BC8-9553-A00F365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672" y="4913053"/>
            <a:ext cx="65627" cy="56409"/>
          </a:xfrm>
          <a:custGeom xmlns:a="http://schemas.openxmlformats.org/drawingml/2006/main">
            <a:rect l="l" t="t" r="r" b="b"/>
            <a:pathLst>
              <a:path w="65627" h="56409">
                <a:moveTo>
                  <a:pt x="65627" y="28205"/>
                </a:moveTo>
                <a:lnTo>
                  <a:pt x="0" y="0"/>
                </a:lnTo>
                <a:lnTo>
                  <a:pt x="0" y="56409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Connector 130">
            <a:extLst xmlns:a="http://schemas.openxmlformats.org/drawingml/2006/main">
              <a:ext uri="{FF2B5EF4-FFF2-40B4-BE49-F238E27FC236}">
                <a16:creationId xmlns:a16="http://schemas.microsoft.com/office/drawing/2014/main" id="{F004A50B-311B-458F-9E83-BDE8489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9" y="2004197"/>
            <a:ext cx="233339" cy="0"/>
          </a:xfrm>
          <a:prstGeom xmlns:a="http://schemas.openxmlformats.org/drawingml/2006/main" prst="line">
            <a:avLst/>
          </a:prstGeom>
          <a:ln xmlns:a="http://schemas.openxmlformats.org/drawingml/2006/main" w="21653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2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00BB5009-760C-48A0-8EA9-2DD4328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720" y="1972859"/>
            <a:ext cx="72918" cy="62677"/>
          </a:xfrm>
          <a:custGeom xmlns:a="http://schemas.openxmlformats.org/drawingml/2006/main">
            <a:rect l="l" t="t" r="r" b="b"/>
            <a:pathLst>
              <a:path w="72918" h="62677">
                <a:moveTo>
                  <a:pt x="72918" y="31338"/>
                </a:moveTo>
                <a:lnTo>
                  <a:pt x="0" y="0"/>
                </a:lnTo>
                <a:lnTo>
                  <a:pt x="0" y="62677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3" name="Connector 132">
            <a:extLst xmlns:a="http://schemas.openxmlformats.org/drawingml/2006/main">
              <a:ext uri="{FF2B5EF4-FFF2-40B4-BE49-F238E27FC236}">
                <a16:creationId xmlns:a16="http://schemas.microsoft.com/office/drawing/2014/main" id="{52AF97ED-C19E-4A82-B3A5-082A214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9" y="4008395"/>
            <a:ext cx="233339" cy="0"/>
          </a:xfrm>
          <a:prstGeom xmlns:a="http://schemas.openxmlformats.org/drawingml/2006/main" prst="line">
            <a:avLst/>
          </a:prstGeom>
          <a:ln xmlns:a="http://schemas.openxmlformats.org/drawingml/2006/main" w="21653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4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DAF24502-14F5-417B-9737-3F7CF92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720" y="3977056"/>
            <a:ext cx="72918" cy="62677"/>
          </a:xfrm>
          <a:custGeom xmlns:a="http://schemas.openxmlformats.org/drawingml/2006/main">
            <a:rect l="l" t="t" r="r" b="b"/>
            <a:pathLst>
              <a:path w="72918" h="62677">
                <a:moveTo>
                  <a:pt x="72918" y="31339"/>
                </a:moveTo>
                <a:lnTo>
                  <a:pt x="0" y="0"/>
                </a:lnTo>
                <a:lnTo>
                  <a:pt x="0" y="62677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5" name="Rounded Rectangle 134">
            <a:extLst xmlns:a="http://schemas.openxmlformats.org/drawingml/2006/main">
              <a:ext uri="{FF2B5EF4-FFF2-40B4-BE49-F238E27FC236}">
                <a16:creationId xmlns:a16="http://schemas.microsoft.com/office/drawing/2014/main" id="{D256A043-A5EF-4B99-8CC9-8A20C8F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514" y="1100486"/>
            <a:ext cx="2019846" cy="1829285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TextBox 135">
            <a:extLst xmlns:a="http://schemas.openxmlformats.org/drawingml/2006/main">
              <a:ext uri="{FF2B5EF4-FFF2-40B4-BE49-F238E27FC236}">
                <a16:creationId xmlns:a16="http://schemas.microsoft.com/office/drawing/2014/main" id="{29F2E812-9CA0-429E-9612-6108A07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557" y="1166078"/>
            <a:ext cx="191776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Subject-level CV</a:t>
            </a:r>
          </a:p>
        </p:txBody>
      </p:sp>
      <p:sp>
        <p:nvSpPr>
          <p:cNvPr id="137" name="Rounded Rectangle 136">
            <a:extLst xmlns:a="http://schemas.openxmlformats.org/drawingml/2006/main">
              <a:ext uri="{FF2B5EF4-FFF2-40B4-BE49-F238E27FC236}">
                <a16:creationId xmlns:a16="http://schemas.microsoft.com/office/drawing/2014/main" id="{5D919677-E40B-416A-8CE5-9F0F1B4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1668950"/>
            <a:ext cx="1844841" cy="349823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66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8" name="TextBox 137">
            <a:extLst xmlns:a="http://schemas.openxmlformats.org/drawingml/2006/main">
              <a:ext uri="{FF2B5EF4-FFF2-40B4-BE49-F238E27FC236}">
                <a16:creationId xmlns:a16="http://schemas.microsoft.com/office/drawing/2014/main" id="{F1441B0F-61DB-4B05-BF68-130491DF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184" y="1690814"/>
            <a:ext cx="1786506" cy="176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 scores</a:t>
            </a:r>
          </a:p>
        </p:txBody>
      </p:sp>
      <p:sp>
        <p:nvSpPr>
          <p:cNvPr id="139" name="Connector 138">
            <a:extLst xmlns:a="http://schemas.openxmlformats.org/drawingml/2006/main">
              <a:ext uri="{FF2B5EF4-FFF2-40B4-BE49-F238E27FC236}">
                <a16:creationId xmlns:a16="http://schemas.microsoft.com/office/drawing/2014/main" id="{F2253945-F228-4D62-9889-DA3D375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083" y="2026061"/>
            <a:ext cx="0" cy="15304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0" name="Freeform 139">
            <a:extLst xmlns:a="http://schemas.openxmlformats.org/drawingml/2006/main">
              <a:ext uri="{FF2B5EF4-FFF2-40B4-BE49-F238E27FC236}">
                <a16:creationId xmlns:a16="http://schemas.microsoft.com/office/drawing/2014/main" id="{423068DB-8CEC-46FA-A709-0CF7A544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63" y="2113517"/>
            <a:ext cx="56439" cy="65592"/>
          </a:xfrm>
          <a:custGeom xmlns:a="http://schemas.openxmlformats.org/drawingml/2006/main">
            <a:rect l="l" t="t" r="r" b="b"/>
            <a:pathLst>
              <a:path w="56439" h="65592">
                <a:moveTo>
                  <a:pt x="28220" y="65592"/>
                </a:moveTo>
                <a:lnTo>
                  <a:pt x="564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1" name="Rounded Rectangle 140">
            <a:extLst xmlns:a="http://schemas.openxmlformats.org/drawingml/2006/main">
              <a:ext uri="{FF2B5EF4-FFF2-40B4-BE49-F238E27FC236}">
                <a16:creationId xmlns:a16="http://schemas.microsoft.com/office/drawing/2014/main" id="{58401E8B-1E72-4225-A469-94097207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2193685"/>
            <a:ext cx="1844841" cy="422703"/>
          </a:xfrm>
          <a:prstGeom xmlns:a="http://schemas.openxmlformats.org/drawingml/2006/main" prst="roundRect">
            <a:avLst>
              <a:gd name="adj" fmla="val 103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66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2" name="TextBox 141">
            <a:extLst xmlns:a="http://schemas.openxmlformats.org/drawingml/2006/main">
              <a:ext uri="{FF2B5EF4-FFF2-40B4-BE49-F238E27FC236}">
                <a16:creationId xmlns:a16="http://schemas.microsoft.com/office/drawing/2014/main" id="{AEFA148B-5C84-4F0F-9AFB-55B6C9C7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184" y="2230125"/>
            <a:ext cx="1786506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Train median</a:t>
            </a:r>
          </a:p>
        </p:txBody>
      </p:sp>
      <p:sp>
        <p:nvSpPr>
          <p:cNvPr id="143" name="TextBox 142">
            <a:extLst xmlns:a="http://schemas.openxmlformats.org/drawingml/2006/main">
              <a:ext uri="{FF2B5EF4-FFF2-40B4-BE49-F238E27FC236}">
                <a16:creationId xmlns:a16="http://schemas.microsoft.com/office/drawing/2014/main" id="{4D7CD342-BD11-4BBC-9764-6B665C58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892" y="2674692"/>
            <a:ext cx="1801090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Test subjects</a:t>
            </a:r>
          </a:p>
        </p:txBody>
      </p:sp>
      <p:sp>
        <p:nvSpPr>
          <p:cNvPr id="144" name="Rounded Rectangle 143">
            <a:extLst xmlns:a="http://schemas.openxmlformats.org/drawingml/2006/main">
              <a:ext uri="{FF2B5EF4-FFF2-40B4-BE49-F238E27FC236}">
                <a16:creationId xmlns:a16="http://schemas.microsoft.com/office/drawing/2014/main" id="{FEEA32DE-6608-4545-869E-5B54E81E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514" y="3228580"/>
            <a:ext cx="2019846" cy="2077077"/>
          </a:xfrm>
          <a:prstGeom xmlns:a="http://schemas.openxmlformats.org/drawingml/2006/main" prst="roundRect">
            <a:avLst>
              <a:gd name="adj" fmla="val 324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0477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5" name="TextBox 144">
            <a:extLst xmlns:a="http://schemas.openxmlformats.org/drawingml/2006/main">
              <a:ext uri="{FF2B5EF4-FFF2-40B4-BE49-F238E27FC236}">
                <a16:creationId xmlns:a16="http://schemas.microsoft.com/office/drawing/2014/main" id="{D59641FD-5CE2-4541-9A24-55C4B451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557" y="3294172"/>
            <a:ext cx="191776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External validation</a:t>
            </a:r>
          </a:p>
        </p:txBody>
      </p:sp>
      <p:sp>
        <p:nvSpPr>
          <p:cNvPr id="146" name="Rounded Rectangle 145">
            <a:extLst xmlns:a="http://schemas.openxmlformats.org/drawingml/2006/main">
              <a:ext uri="{FF2B5EF4-FFF2-40B4-BE49-F238E27FC236}">
                <a16:creationId xmlns:a16="http://schemas.microsoft.com/office/drawing/2014/main" id="{14A14328-7736-4F3E-8E04-62B95C7B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3731451"/>
            <a:ext cx="1844841" cy="400839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66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7" name="TextBox 146">
            <a:extLst xmlns:a="http://schemas.openxmlformats.org/drawingml/2006/main">
              <a:ext uri="{FF2B5EF4-FFF2-40B4-BE49-F238E27FC236}">
                <a16:creationId xmlns:a16="http://schemas.microsoft.com/office/drawing/2014/main" id="{30628B6C-D8BA-4B58-8D9B-C10DC916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184" y="3760603"/>
            <a:ext cx="178650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Source scores</a:t>
            </a:r>
          </a:p>
        </p:txBody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4362775D-A28E-4D41-975A-628983B6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083" y="4139579"/>
            <a:ext cx="0" cy="14576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9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58BE8870-816D-440D-8869-7D2D6E4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63" y="4219747"/>
            <a:ext cx="56439" cy="65592"/>
          </a:xfrm>
          <a:custGeom xmlns:a="http://schemas.openxmlformats.org/drawingml/2006/main">
            <a:rect l="l" t="t" r="r" b="b"/>
            <a:pathLst>
              <a:path w="56439" h="65592">
                <a:moveTo>
                  <a:pt x="28220" y="65592"/>
                </a:moveTo>
                <a:lnTo>
                  <a:pt x="564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0" name="Rounded Rectangle 149">
            <a:extLst xmlns:a="http://schemas.openxmlformats.org/drawingml/2006/main">
              <a:ext uri="{FF2B5EF4-FFF2-40B4-BE49-F238E27FC236}">
                <a16:creationId xmlns:a16="http://schemas.microsoft.com/office/drawing/2014/main" id="{5D8BC545-2730-457E-BBB8-3ACBB38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16" y="4307202"/>
            <a:ext cx="1844841" cy="510159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29">
            <a:solidFill>
              <a:srgbClr val="666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FE6E5F56-9A77-4E04-AD8B-874F78E0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892" y="4358218"/>
            <a:ext cx="1801090" cy="1508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Source median</a:t>
            </a:r>
          </a:p>
        </p:txBody>
      </p:sp>
      <p:sp>
        <p:nvSpPr>
          <p:cNvPr id="152" name="TextBox 151">
            <a:extLst xmlns:a="http://schemas.openxmlformats.org/drawingml/2006/main">
              <a:ext uri="{FF2B5EF4-FFF2-40B4-BE49-F238E27FC236}">
                <a16:creationId xmlns:a16="http://schemas.microsoft.com/office/drawing/2014/main" id="{C24AC53A-807D-41C0-8372-A883694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892" y="4875666"/>
            <a:ext cx="1801090" cy="159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4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External subjects</a:t>
            </a:r>
          </a:p>
        </p:txBody>
      </p:sp>
      <p:sp>
        <p:nvSpPr>
          <p:cNvPr id="153" name="Rounded Rectangle 152">
            <a:extLst xmlns:a="http://schemas.openxmlformats.org/drawingml/2006/main">
              <a:ext uri="{FF2B5EF4-FFF2-40B4-BE49-F238E27FC236}">
                <a16:creationId xmlns:a16="http://schemas.microsoft.com/office/drawing/2014/main" id="{C76B437B-B54E-4146-93C0-77C1680F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7" y="5662769"/>
            <a:ext cx="11725317" cy="896422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176">
            <a:solidFill>
              <a:srgbClr val="68686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4" name="TextBox 153">
            <a:extLst xmlns:a="http://schemas.openxmlformats.org/drawingml/2006/main">
              <a:ext uri="{FF2B5EF4-FFF2-40B4-BE49-F238E27FC236}">
                <a16:creationId xmlns:a16="http://schemas.microsoft.com/office/drawing/2014/main" id="{0C1C734E-3ABF-4AF5-882A-4CE664EF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8" y="5699209"/>
            <a:ext cx="2187559" cy="2598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>
                <a:latin typeface="Arial Narrow"/>
                <a:ea typeface="Arial Narrow"/>
                <a:cs typeface="Arial Narrow"/>
              </a:defRPr>
            </a:defPPr>
            <a:lvl1pPr>
              <a:buNone/>
              <a:defRPr>
                <a:latin typeface="Arial Narrow"/>
                <a:ea typeface="Arial Narrow"/>
                <a:cs typeface="Arial Narrow"/>
              </a:defRPr>
            </a:lvl1pPr>
            <a:lvl2pPr>
              <a:buNone/>
              <a:defRPr>
                <a:latin typeface="Arial Narrow"/>
                <a:ea typeface="Arial Narrow"/>
                <a:cs typeface="Arial Narrow"/>
              </a:defRPr>
            </a:lvl2pPr>
            <a:lvl3pPr>
              <a:buNone/>
              <a:defRPr>
                <a:latin typeface="Arial Narrow"/>
                <a:ea typeface="Arial Narrow"/>
                <a:cs typeface="Arial Narrow"/>
              </a:defRPr>
            </a:lvl3pPr>
            <a:lvl4pPr>
              <a:buNone/>
              <a:defRPr>
                <a:latin typeface="Arial Narrow"/>
                <a:ea typeface="Arial Narrow"/>
                <a:cs typeface="Arial Narrow"/>
              </a:defRPr>
            </a:lvl4pPr>
            <a:lvl5pPr>
              <a:buNone/>
              <a:defRPr>
                <a:latin typeface="Arial Narrow"/>
                <a:ea typeface="Arial Narrow"/>
                <a:cs typeface="Arial Narrow"/>
              </a:defRPr>
            </a:lvl5pPr>
            <a:lvl6pPr>
              <a:buNone/>
              <a:defRPr>
                <a:latin typeface="Arial Narrow"/>
                <a:ea typeface="Arial Narrow"/>
                <a:cs typeface="Arial Narrow"/>
              </a:defRPr>
            </a:lvl6pPr>
            <a:lvl7pPr>
              <a:buNone/>
              <a:defRPr>
                <a:latin typeface="Arial Narrow"/>
                <a:ea typeface="Arial Narrow"/>
                <a:cs typeface="Arial Narrow"/>
              </a:defRPr>
            </a:lvl7pPr>
            <a:lvl8pPr>
              <a:buNone/>
              <a:defRPr>
                <a:latin typeface="Arial Narrow"/>
                <a:ea typeface="Arial Narrow"/>
                <a:cs typeface="Arial Narrow"/>
              </a:defRPr>
            </a:lvl8pPr>
            <a:lvl9pPr>
              <a:buNone/>
              <a:defRPr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>
                <a:latin typeface="Arial Narrow"/>
                <a:ea typeface="Arial Narrow"/>
                <a:cs typeface="Arial Narrow"/>
              </a:rPr>
              <a:t>Temporal-order test</a:t>
            </a:r>
          </a:p>
        </p:txBody>
      </p:sp>
      <p:sp>
        <p:nvSpPr>
          <p:cNvPr id="155" name="Rounded Rectangle 154">
            <a:extLst xmlns:a="http://schemas.openxmlformats.org/drawingml/2006/main">
              <a:ext uri="{FF2B5EF4-FFF2-40B4-BE49-F238E27FC236}">
                <a16:creationId xmlns:a16="http://schemas.microsoft.com/office/drawing/2014/main" id="{E4FCDAD6-A20A-4377-BA1B-59A7764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650" y="5808529"/>
            <a:ext cx="2493817" cy="626767"/>
          </a:xfrm>
          <a:prstGeom xmlns:a="http://schemas.openxmlformats.org/drawingml/2006/main" prst="roundRect">
            <a:avLst>
              <a:gd name="adj" fmla="val 11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525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A864CBEE-AEF0-4B27-82FD-D0EDB2CF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52" y="5874121"/>
            <a:ext cx="23188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Synchronous shuffle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(all channels)</a:t>
            </a:r>
          </a:p>
        </p:txBody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1FBA724F-0EDD-4AE0-9711-DF250FF4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352" y="5779377"/>
            <a:ext cx="1516707" cy="176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5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Frozen intact scale</a:t>
            </a:r>
          </a:p>
        </p:txBody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1DAD4DDB-3315-4F7E-A5AD-FEC105C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59" y="6114624"/>
            <a:ext cx="2245894" cy="0"/>
          </a:xfrm>
          <a:prstGeom xmlns:a="http://schemas.openxmlformats.org/drawingml/2006/main" prst="line">
            <a:avLst/>
          </a:prstGeom>
          <a:ln xmlns:a="http://schemas.openxmlformats.org/drawingml/2006/main" w="25146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D8960098-492B-49C4-A27E-00430A4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59" y="6073884"/>
            <a:ext cx="94794" cy="81480"/>
          </a:xfrm>
          <a:custGeom xmlns:a="http://schemas.openxmlformats.org/drawingml/2006/main">
            <a:rect l="l" t="t" r="r" b="b"/>
            <a:pathLst>
              <a:path w="94794" h="81480">
                <a:moveTo>
                  <a:pt x="94794" y="40740"/>
                </a:moveTo>
                <a:lnTo>
                  <a:pt x="0" y="0"/>
                </a:lnTo>
                <a:lnTo>
                  <a:pt x="0" y="8148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0" name="Rounded Rectangle 159">
            <a:extLst xmlns:a="http://schemas.openxmlformats.org/drawingml/2006/main">
              <a:ext uri="{FF2B5EF4-FFF2-40B4-BE49-F238E27FC236}">
                <a16:creationId xmlns:a16="http://schemas.microsoft.com/office/drawing/2014/main" id="{0070583E-A547-43A5-AC89-E6C2E5A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04" y="5808529"/>
            <a:ext cx="2114640" cy="626767"/>
          </a:xfrm>
          <a:prstGeom xmlns:a="http://schemas.openxmlformats.org/drawingml/2006/main" prst="roundRect">
            <a:avLst>
              <a:gd name="adj" fmla="val 1162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1525">
            <a:solidFill>
              <a:srgbClr val="14141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1" name="TextBox 160">
            <a:extLst xmlns:a="http://schemas.openxmlformats.org/drawingml/2006/main">
              <a:ext uri="{FF2B5EF4-FFF2-40B4-BE49-F238E27FC236}">
                <a16:creationId xmlns:a16="http://schemas.microsoft.com/office/drawing/2014/main" id="{98B8B4E9-EE51-47FC-B42E-4BCC78A9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907" y="5874121"/>
            <a:ext cx="1939635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b="1">
                <a:latin typeface="Arial Narrow"/>
                <a:ea typeface="Arial Narrow"/>
                <a:cs typeface="Arial Narrow"/>
              </a:defRPr>
            </a:defPPr>
            <a:lvl1pPr>
              <a:buNone/>
              <a:defRPr b="1">
                <a:latin typeface="Arial Narrow"/>
                <a:ea typeface="Arial Narrow"/>
                <a:cs typeface="Arial Narrow"/>
              </a:defRPr>
            </a:lvl1pPr>
            <a:lvl2pPr>
              <a:buNone/>
              <a:defRPr b="1">
                <a:latin typeface="Arial Narrow"/>
                <a:ea typeface="Arial Narrow"/>
                <a:cs typeface="Arial Narrow"/>
              </a:defRPr>
            </a:lvl2pPr>
            <a:lvl3pPr>
              <a:buNone/>
              <a:defRPr b="1">
                <a:latin typeface="Arial Narrow"/>
                <a:ea typeface="Arial Narrow"/>
                <a:cs typeface="Arial Narrow"/>
              </a:defRPr>
            </a:lvl3pPr>
            <a:lvl4pPr>
              <a:buNone/>
              <a:defRPr b="1">
                <a:latin typeface="Arial Narrow"/>
                <a:ea typeface="Arial Narrow"/>
                <a:cs typeface="Arial Narrow"/>
              </a:defRPr>
            </a:lvl4pPr>
            <a:lvl5pPr>
              <a:buNone/>
              <a:defRPr b="1">
                <a:latin typeface="Arial Narrow"/>
                <a:ea typeface="Arial Narrow"/>
                <a:cs typeface="Arial Narrow"/>
              </a:defRPr>
            </a:lvl5pPr>
            <a:lvl6pPr>
              <a:buNone/>
              <a:defRPr b="1">
                <a:latin typeface="Arial Narrow"/>
                <a:ea typeface="Arial Narrow"/>
                <a:cs typeface="Arial Narrow"/>
              </a:defRPr>
            </a:lvl6pPr>
            <a:lvl7pPr>
              <a:buNone/>
              <a:defRPr b="1">
                <a:latin typeface="Arial Narrow"/>
                <a:ea typeface="Arial Narrow"/>
                <a:cs typeface="Arial Narrow"/>
              </a:defRPr>
            </a:lvl7pPr>
            <a:lvl8pPr>
              <a:buNone/>
              <a:defRPr b="1">
                <a:latin typeface="Arial Narrow"/>
                <a:ea typeface="Arial Narrow"/>
                <a:cs typeface="Arial Narrow"/>
              </a:defRPr>
            </a:lvl8pPr>
            <a:lvl9pPr>
              <a:buNone/>
              <a:defRPr b="1"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41414"/>
                </a:solidFill>
                <a:latin typeface="Arial Narrow"/>
                <a:ea typeface="Arial Narrow"/>
                <a:cs typeface="Arial Narrow"/>
              </a:defRPr>
            </a:pPr>
            <a:r>
              <a:rPr b="1">
                <a:latin typeface="Arial Narrow"/>
                <a:ea typeface="Arial Narrow"/>
                <a:cs typeface="Arial Narrow"/>
              </a:rPr>
              <a:t>Intact vs shuffled</a:t>
            </a:r>
          </a:p>
        </p:txBody>
      </p:sp>
      <p:sp>
        <p:nvSpPr>
          <p:cNvPr id="162" name="Connector 161">
            <a:extLst xmlns:a="http://schemas.openxmlformats.org/drawingml/2006/main">
              <a:ext uri="{FF2B5EF4-FFF2-40B4-BE49-F238E27FC236}">
                <a16:creationId xmlns:a16="http://schemas.microsoft.com/office/drawing/2014/main" id="{D211F3C4-2FBE-4C7B-92EE-A86C2AEE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056" y="4547706"/>
            <a:ext cx="269799" cy="0"/>
          </a:xfrm>
          <a:prstGeom xmlns:a="http://schemas.openxmlformats.org/drawingml/2006/main" prst="line">
            <a:avLst/>
          </a:prstGeom>
          <a:ln xmlns:a="http://schemas.openxmlformats.org/drawingml/2006/main" w="15367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3" name="Connector 162">
            <a:extLst xmlns:a="http://schemas.openxmlformats.org/drawingml/2006/main">
              <a:ext uri="{FF2B5EF4-FFF2-40B4-BE49-F238E27FC236}">
                <a16:creationId xmlns:a16="http://schemas.microsoft.com/office/drawing/2014/main" id="{A8869BB0-AFE7-48B6-8D19-43B478BF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55" y="4547706"/>
            <a:ext cx="0" cy="1042183"/>
          </a:xfrm>
          <a:prstGeom xmlns:a="http://schemas.openxmlformats.org/drawingml/2006/main" prst="line">
            <a:avLst/>
          </a:prstGeom>
          <a:ln xmlns:a="http://schemas.openxmlformats.org/drawingml/2006/main" w="15367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4" name="Connector 163">
            <a:extLst xmlns:a="http://schemas.openxmlformats.org/drawingml/2006/main">
              <a:ext uri="{FF2B5EF4-FFF2-40B4-BE49-F238E27FC236}">
                <a16:creationId xmlns:a16="http://schemas.microsoft.com/office/drawing/2014/main" id="{AAEA36A1-AEFE-4209-8FAD-5F5036CA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704267" y="5589889"/>
            <a:ext cx="189588" cy="0"/>
          </a:xfrm>
          <a:prstGeom xmlns:a="http://schemas.openxmlformats.org/drawingml/2006/main" prst="line">
            <a:avLst/>
          </a:prstGeom>
          <a:ln xmlns:a="http://schemas.openxmlformats.org/drawingml/2006/main" w="15367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5" name="Connector 164">
            <a:extLst xmlns:a="http://schemas.openxmlformats.org/drawingml/2006/main">
              <a:ext uri="{FF2B5EF4-FFF2-40B4-BE49-F238E27FC236}">
                <a16:creationId xmlns:a16="http://schemas.microsoft.com/office/drawing/2014/main" id="{5A7B0ACB-56AA-4130-8B37-4B5E18C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67" y="5589889"/>
            <a:ext cx="0" cy="182200"/>
          </a:xfrm>
          <a:prstGeom xmlns:a="http://schemas.openxmlformats.org/drawingml/2006/main" prst="line">
            <a:avLst/>
          </a:prstGeom>
          <a:ln xmlns:a="http://schemas.openxmlformats.org/drawingml/2006/main" w="16065">
            <a:solidFill>
              <a:srgbClr val="25252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6" name="Freeform 165">
            <a:extLst xmlns:a="http://schemas.openxmlformats.org/drawingml/2006/main">
              <a:ext uri="{FF2B5EF4-FFF2-40B4-BE49-F238E27FC236}">
                <a16:creationId xmlns:a16="http://schemas.microsoft.com/office/drawing/2014/main" id="{A858197F-5A12-4D01-841F-9542CD67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047" y="5706497"/>
            <a:ext cx="56439" cy="65592"/>
          </a:xfrm>
          <a:custGeom xmlns:a="http://schemas.openxmlformats.org/drawingml/2006/main">
            <a:rect l="l" t="t" r="r" b="b"/>
            <a:pathLst>
              <a:path w="56439" h="65592">
                <a:moveTo>
                  <a:pt x="28220" y="65592"/>
                </a:moveTo>
                <a:lnTo>
                  <a:pt x="564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494196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2026-10-27T14:58:23.6170000Z</dcterms:created>
  <dcterms:modified xsi:type="dcterms:W3CDTF">2026-10-27T14:58:23.6180000Z</dcterms:modified>
</coreProperties>
</file>